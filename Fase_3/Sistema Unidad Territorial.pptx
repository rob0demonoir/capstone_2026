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Metadata/LabelInfo.xml" ContentType="application/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svg" ContentType="image/svg"/>
  <Override PartName="/ppt/media/image12.png" ContentType="image/png"/>
  <Override PartName="/ppt/media/image11.svg" ContentType="image/svg"/>
  <Override PartName="/ppt/media/image10.png" ContentType="image/png"/>
  <Override PartName="/ppt/media/image6.jpeg" ContentType="image/jpeg"/>
  <Override PartName="/ppt/media/image1.png" ContentType="image/png"/>
  <Override PartName="/ppt/media/image19.svg" ContentType="image/svg"/>
  <Override PartName="/ppt/media/image7.jpeg" ContentType="image/jpeg"/>
  <Override PartName="/ppt/media/image9.png" ContentType="image/png"/>
  <Override PartName="/ppt/media/image18.png" ContentType="image/png"/>
  <Override PartName="/ppt/media/image20.png" ContentType="image/png"/>
  <Override PartName="/ppt/media/image8.jpeg" ContentType="image/jpeg"/>
  <Override PartName="/ppt/media/image5.png" ContentType="image/png"/>
  <Override PartName="/ppt/media/image14.png" ContentType="image/png"/>
  <Override PartName="/ppt/media/image27.jpeg" ContentType="image/jpeg"/>
  <Override PartName="/ppt/media/image24.svg" ContentType="image/svg"/>
  <Override PartName="/ppt/media/image23.png" ContentType="image/png"/>
  <Override PartName="/ppt/media/image21.png" ContentType="image/png"/>
  <Override PartName="/ppt/media/image17.png" ContentType="image/png"/>
  <Override PartName="/ppt/media/image16.svg" ContentType="image/svg"/>
  <Override PartName="/ppt/media/image15.png" ContentType="image/png"/>
  <Override PartName="/ppt/media/image26.svg" ContentType="image/svg"/>
  <Override PartName="/ppt/media/image3.jpeg" ContentType="image/jpeg"/>
  <Override PartName="/ppt/media/image2.png" ContentType="image/png"/>
  <Override PartName="/ppt/media/image22.svg" ContentType="image/svg"/>
  <Override PartName="/ppt/media/image4.jpeg" ContentType="image/jpeg"/>
  <Override PartName="/ppt/media/image25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badi"/>
              </a:rPr>
              <a:t>Pulse para desplazar la diapositiva</a:t>
            </a:r>
            <a:endParaRPr b="0" lang="es-ES" sz="18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CL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es-C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b="0" lang="es-C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dt" idx="2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C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5"/>
          <p:cNvSpPr>
            <a:spLocks noGrp="1"/>
          </p:cNvSpPr>
          <p:nvPr>
            <p:ph type="ftr" idx="2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C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6"/>
          <p:cNvSpPr>
            <a:spLocks noGrp="1"/>
          </p:cNvSpPr>
          <p:nvPr>
            <p:ph type="sldNum" idx="2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F43024-AB88-4F84-8E2F-934EDC3C6816}" type="slidenum">
              <a: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C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A950731-65C2-4054-B738-5A1F37DA39C4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79C932-404F-4A03-97C0-E1BAB2BEDE42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9D2E64-2E4D-478B-824F-FFCC6F8CA811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455067-A95C-48CF-AFCF-65BAD773CD20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C079D8-47DF-41C8-9DCA-6B407550101C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01404A-FB9B-41D5-9AA3-D7F0BE0DD5E5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2C174C-56EE-44A0-AA2E-FE0A81D5FFD1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F443BE-C962-4AE9-B118-5BC09E54F8C3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FB2DE6-E622-4ACD-A454-242A05A032FF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774D9BD-FF3A-437C-B8FB-D956DBCE9D44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06FADB-34D2-41AF-90CF-B2EBAE611397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a de título con imagen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484640" y="1986840"/>
            <a:ext cx="525744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cxnSp>
        <p:nvCxnSpPr>
          <p:cNvPr id="1" name="Conector recto 2"/>
          <p:cNvCxnSpPr/>
          <p:nvPr/>
        </p:nvCxnSpPr>
        <p:spPr>
          <a:xfrm>
            <a:off x="1508760" y="4172040"/>
            <a:ext cx="360" cy="760680"/>
          </a:xfrm>
          <a:prstGeom prst="straightConnector1">
            <a:avLst/>
          </a:prstGeom>
          <a:ln w="19050">
            <a:solidFill>
              <a:srgbClr val="d84400"/>
            </a:solidFill>
            <a:miter/>
          </a:ln>
        </p:spPr>
      </p:cxn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601280" y="4172040"/>
            <a:ext cx="1570320" cy="75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</a:t>
            </a: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742440" y="821880"/>
            <a:ext cx="4405320" cy="506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imagen≈≈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4" name="Forma libre: Forma 11"/>
          <p:cNvSpPr/>
          <p:nvPr/>
        </p:nvSpPr>
        <p:spPr>
          <a:xfrm>
            <a:off x="7441200" y="5568840"/>
            <a:ext cx="829440" cy="948960"/>
          </a:xfrm>
          <a:custGeom>
            <a:avLst/>
            <a:gdLst>
              <a:gd name="textAreaLeft" fmla="*/ 0 w 829440"/>
              <a:gd name="textAreaRight" fmla="*/ 829800 w 829440"/>
              <a:gd name="textAreaTop" fmla="*/ 0 h 948960"/>
              <a:gd name="textAreaBottom" fmla="*/ 949320 h 948960"/>
              <a:gd name="GluePoint1X" fmla="*/ 2187388 w 4398682"/>
              <a:gd name="GluePoint1Y" fmla="*/ 0 h 5032188"/>
              <a:gd name="GluePoint2X" fmla="*/ 4386729 w 4398682"/>
              <a:gd name="GluePoint2Y" fmla="*/ 1261035 h 5032188"/>
              <a:gd name="GluePoint3X" fmla="*/ 4398682 w 4398682"/>
              <a:gd name="GluePoint3Y" fmla="*/ 3789083 h 5032188"/>
              <a:gd name="GluePoint4X" fmla="*/ 2193365 w 4398682"/>
              <a:gd name="GluePoint4Y" fmla="*/ 5032188 h 5032188"/>
              <a:gd name="GluePoint5X" fmla="*/ 0 w 4398682"/>
              <a:gd name="GluePoint5Y" fmla="*/ 3783106 h 5032188"/>
              <a:gd name="GluePoint6X" fmla="*/ 0 w 4398682"/>
              <a:gd name="GluePoint6Y" fmla="*/ 1267012 h 5032188"/>
              <a:gd name="GluePoint7X" fmla="*/ 2187388 w 4398682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Posterama Text SemiBold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 columnas con iconos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bre: Forma 6"/>
          <p:cNvSpPr/>
          <p:nvPr/>
        </p:nvSpPr>
        <p:spPr>
          <a:xfrm>
            <a:off x="2121480" y="2070720"/>
            <a:ext cx="1582560" cy="1841040"/>
          </a:xfrm>
          <a:custGeom>
            <a:avLst/>
            <a:gdLst>
              <a:gd name="textAreaLeft" fmla="*/ 0 w 1582560"/>
              <a:gd name="textAreaRight" fmla="*/ 1582920 w 1582560"/>
              <a:gd name="textAreaTop" fmla="*/ 0 h 1841040"/>
              <a:gd name="textAreaBottom" fmla="*/ 1841400 h 184104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6" name="Forma libre: Forma 7"/>
          <p:cNvSpPr/>
          <p:nvPr/>
        </p:nvSpPr>
        <p:spPr>
          <a:xfrm>
            <a:off x="4174920" y="2073600"/>
            <a:ext cx="1582560" cy="1841040"/>
          </a:xfrm>
          <a:custGeom>
            <a:avLst/>
            <a:gdLst>
              <a:gd name="textAreaLeft" fmla="*/ 0 w 1582560"/>
              <a:gd name="textAreaRight" fmla="*/ 1582920 w 1582560"/>
              <a:gd name="textAreaTop" fmla="*/ 0 h 1841040"/>
              <a:gd name="textAreaBottom" fmla="*/ 1841400 h 184104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7" name="Forma libre: Forma 8"/>
          <p:cNvSpPr/>
          <p:nvPr/>
        </p:nvSpPr>
        <p:spPr>
          <a:xfrm>
            <a:off x="6308280" y="2064600"/>
            <a:ext cx="1582560" cy="1841040"/>
          </a:xfrm>
          <a:custGeom>
            <a:avLst/>
            <a:gdLst>
              <a:gd name="textAreaLeft" fmla="*/ 0 w 1582560"/>
              <a:gd name="textAreaRight" fmla="*/ 1582920 w 1582560"/>
              <a:gd name="textAreaTop" fmla="*/ 0 h 1841040"/>
              <a:gd name="textAreaBottom" fmla="*/ 1841400 h 184104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8" name="Forma libre: Forma 9"/>
          <p:cNvSpPr/>
          <p:nvPr/>
        </p:nvSpPr>
        <p:spPr>
          <a:xfrm>
            <a:off x="8407080" y="2068920"/>
            <a:ext cx="1582560" cy="1841040"/>
          </a:xfrm>
          <a:custGeom>
            <a:avLst/>
            <a:gdLst>
              <a:gd name="textAreaLeft" fmla="*/ 0 w 1582560"/>
              <a:gd name="textAreaRight" fmla="*/ 1582920 w 1582560"/>
              <a:gd name="textAreaTop" fmla="*/ 0 h 1841040"/>
              <a:gd name="textAreaBottom" fmla="*/ 1841400 h 184104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body"/>
          </p:nvPr>
        </p:nvSpPr>
        <p:spPr>
          <a:xfrm>
            <a:off x="821880" y="441648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912600" y="5007600"/>
            <a:ext cx="1691280" cy="81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2888280" y="441648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2979000" y="5007600"/>
            <a:ext cx="1691280" cy="81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73840" y="441648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body"/>
          </p:nvPr>
        </p:nvSpPr>
        <p:spPr>
          <a:xfrm>
            <a:off x="5164920" y="5007600"/>
            <a:ext cx="1691280" cy="81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body"/>
          </p:nvPr>
        </p:nvSpPr>
        <p:spPr>
          <a:xfrm>
            <a:off x="7259400" y="441648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6" name="PlaceHolder 8"/>
          <p:cNvSpPr>
            <a:spLocks noGrp="1"/>
          </p:cNvSpPr>
          <p:nvPr>
            <p:ph type="body"/>
          </p:nvPr>
        </p:nvSpPr>
        <p:spPr>
          <a:xfrm>
            <a:off x="7350480" y="5007600"/>
            <a:ext cx="1691280" cy="81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7" name="PlaceHolder 9"/>
          <p:cNvSpPr>
            <a:spLocks noGrp="1"/>
          </p:cNvSpPr>
          <p:nvPr>
            <p:ph type="body"/>
          </p:nvPr>
        </p:nvSpPr>
        <p:spPr>
          <a:xfrm>
            <a:off x="9444960" y="441648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8" name="PlaceHolder 10"/>
          <p:cNvSpPr>
            <a:spLocks noGrp="1"/>
          </p:cNvSpPr>
          <p:nvPr>
            <p:ph type="body"/>
          </p:nvPr>
        </p:nvSpPr>
        <p:spPr>
          <a:xfrm>
            <a:off x="9536040" y="5007600"/>
            <a:ext cx="1691280" cy="81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9" name="PlaceHolder 11"/>
          <p:cNvSpPr>
            <a:spLocks noGrp="1"/>
          </p:cNvSpPr>
          <p:nvPr>
            <p:ph type="body"/>
          </p:nvPr>
        </p:nvSpPr>
        <p:spPr>
          <a:xfrm>
            <a:off x="983160" y="2073600"/>
            <a:ext cx="1620720" cy="18410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0" name="PlaceHolder 12"/>
          <p:cNvSpPr>
            <a:spLocks noGrp="1"/>
          </p:cNvSpPr>
          <p:nvPr>
            <p:ph type="body"/>
          </p:nvPr>
        </p:nvSpPr>
        <p:spPr>
          <a:xfrm>
            <a:off x="3109320" y="2073600"/>
            <a:ext cx="1620720" cy="18410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1" name="PlaceHolder 13"/>
          <p:cNvSpPr>
            <a:spLocks noGrp="1"/>
          </p:cNvSpPr>
          <p:nvPr>
            <p:ph type="body"/>
          </p:nvPr>
        </p:nvSpPr>
        <p:spPr>
          <a:xfrm>
            <a:off x="5235480" y="2073600"/>
            <a:ext cx="1620720" cy="18410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2" name="PlaceHolder 14"/>
          <p:cNvSpPr>
            <a:spLocks noGrp="1"/>
          </p:cNvSpPr>
          <p:nvPr>
            <p:ph type="body"/>
          </p:nvPr>
        </p:nvSpPr>
        <p:spPr>
          <a:xfrm>
            <a:off x="7361640" y="2073600"/>
            <a:ext cx="1620720" cy="18410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3" name="PlaceHolder 15"/>
          <p:cNvSpPr>
            <a:spLocks noGrp="1"/>
          </p:cNvSpPr>
          <p:nvPr>
            <p:ph type="body"/>
          </p:nvPr>
        </p:nvSpPr>
        <p:spPr>
          <a:xfrm>
            <a:off x="9487440" y="2073600"/>
            <a:ext cx="1620720" cy="18410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4" name="PlaceHolder 16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25" name="PlaceHolder 17"/>
          <p:cNvSpPr>
            <a:spLocks noGrp="1"/>
          </p:cNvSpPr>
          <p:nvPr>
            <p:ph type="ftr" idx="1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&lt;pie de página&gt;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18"/>
          <p:cNvSpPr>
            <a:spLocks noGrp="1"/>
          </p:cNvSpPr>
          <p:nvPr>
            <p:ph type="sldNum" idx="2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324CFD5-E185-485B-8AAE-6E0D5E831696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umna 5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838080" y="2929680"/>
            <a:ext cx="1865160" cy="2463840"/>
          </a:xfrm>
          <a:prstGeom prst="rect">
            <a:avLst/>
          </a:prstGeom>
          <a:noFill/>
          <a:ln w="19080">
            <a:solidFill>
              <a:schemeClr val="accent3"/>
            </a:solidFill>
            <a:round/>
          </a:ln>
        </p:spPr>
        <p:txBody>
          <a:bodyPr lIns="91440" rIns="91440" tIns="2196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5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5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000240" y="2929680"/>
            <a:ext cx="1866960" cy="2471400"/>
          </a:xfrm>
          <a:prstGeom prst="rect">
            <a:avLst/>
          </a:prstGeom>
          <a:noFill/>
          <a:ln w="19080">
            <a:solidFill>
              <a:schemeClr val="accent3"/>
            </a:solidFill>
            <a:round/>
          </a:ln>
        </p:spPr>
        <p:txBody>
          <a:bodyPr lIns="91440" rIns="91440" tIns="2196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5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5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164200" y="2929680"/>
            <a:ext cx="1865160" cy="2463840"/>
          </a:xfrm>
          <a:prstGeom prst="rect">
            <a:avLst/>
          </a:prstGeom>
          <a:noFill/>
          <a:ln w="19080">
            <a:solidFill>
              <a:schemeClr val="accent3"/>
            </a:solidFill>
            <a:round/>
          </a:ln>
        </p:spPr>
        <p:txBody>
          <a:bodyPr lIns="91440" rIns="91440" tIns="2196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5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5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7326360" y="2929680"/>
            <a:ext cx="1865160" cy="2463840"/>
          </a:xfrm>
          <a:prstGeom prst="rect">
            <a:avLst/>
          </a:prstGeom>
          <a:noFill/>
          <a:ln w="19080">
            <a:solidFill>
              <a:schemeClr val="accent3"/>
            </a:solidFill>
            <a:round/>
          </a:ln>
        </p:spPr>
        <p:txBody>
          <a:bodyPr lIns="91440" rIns="91440" tIns="2196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5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5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9488520" y="2929680"/>
            <a:ext cx="1865160" cy="2463840"/>
          </a:xfrm>
          <a:prstGeom prst="rect">
            <a:avLst/>
          </a:prstGeom>
          <a:noFill/>
          <a:ln w="19080">
            <a:solidFill>
              <a:schemeClr val="accent3"/>
            </a:solidFill>
            <a:round/>
          </a:ln>
        </p:spPr>
        <p:txBody>
          <a:bodyPr lIns="91440" rIns="91440" tIns="2196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5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5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838080" y="2067120"/>
            <a:ext cx="1865160" cy="865800"/>
          </a:xfrm>
          <a:prstGeom prst="rect">
            <a:avLst/>
          </a:prstGeom>
          <a:noFill/>
          <a:ln w="19080">
            <a:solidFill>
              <a:schemeClr val="accent3"/>
            </a:solidFill>
            <a:round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editar el estilo de título del patrón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body"/>
          </p:nvPr>
        </p:nvSpPr>
        <p:spPr>
          <a:xfrm>
            <a:off x="3000600" y="2067120"/>
            <a:ext cx="1865160" cy="865800"/>
          </a:xfrm>
          <a:prstGeom prst="rect">
            <a:avLst/>
          </a:prstGeom>
          <a:noFill/>
          <a:ln w="19080">
            <a:solidFill>
              <a:schemeClr val="accent3"/>
            </a:solidFill>
            <a:round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editar el estilo de título del patrón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35" name="PlaceHolder 9"/>
          <p:cNvSpPr>
            <a:spLocks noGrp="1"/>
          </p:cNvSpPr>
          <p:nvPr>
            <p:ph type="body"/>
          </p:nvPr>
        </p:nvSpPr>
        <p:spPr>
          <a:xfrm>
            <a:off x="5163480" y="2067120"/>
            <a:ext cx="1865160" cy="865800"/>
          </a:xfrm>
          <a:prstGeom prst="rect">
            <a:avLst/>
          </a:prstGeom>
          <a:noFill/>
          <a:ln w="19080">
            <a:solidFill>
              <a:schemeClr val="accent3"/>
            </a:solidFill>
            <a:round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editar el estilo de título del patrón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36" name="PlaceHolder 10"/>
          <p:cNvSpPr>
            <a:spLocks noGrp="1"/>
          </p:cNvSpPr>
          <p:nvPr>
            <p:ph type="body"/>
          </p:nvPr>
        </p:nvSpPr>
        <p:spPr>
          <a:xfrm>
            <a:off x="7326000" y="2067120"/>
            <a:ext cx="1865160" cy="865800"/>
          </a:xfrm>
          <a:prstGeom prst="rect">
            <a:avLst/>
          </a:prstGeom>
          <a:noFill/>
          <a:ln w="19080">
            <a:solidFill>
              <a:schemeClr val="accent3"/>
            </a:solidFill>
            <a:round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editar el estilo de título del patrón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37" name="PlaceHolder 11"/>
          <p:cNvSpPr>
            <a:spLocks noGrp="1"/>
          </p:cNvSpPr>
          <p:nvPr>
            <p:ph type="body"/>
          </p:nvPr>
        </p:nvSpPr>
        <p:spPr>
          <a:xfrm>
            <a:off x="9488520" y="2067120"/>
            <a:ext cx="1865160" cy="865800"/>
          </a:xfrm>
          <a:prstGeom prst="rect">
            <a:avLst/>
          </a:prstGeom>
          <a:noFill/>
          <a:ln w="19080">
            <a:solidFill>
              <a:schemeClr val="accent3"/>
            </a:solidFill>
            <a:round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editar el estilo de título del patrón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38" name="PlaceHolder 12"/>
          <p:cNvSpPr>
            <a:spLocks noGrp="1"/>
          </p:cNvSpPr>
          <p:nvPr>
            <p:ph type="ftr" idx="3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&lt;pie de página&gt;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13"/>
          <p:cNvSpPr>
            <a:spLocks noGrp="1"/>
          </p:cNvSpPr>
          <p:nvPr>
            <p:ph type="sldNum" idx="4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39F5C51-D6B9-46DC-A801-51795505D7B8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scala de tiempo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orma libre: Forma 25"/>
          <p:cNvSpPr/>
          <p:nvPr/>
        </p:nvSpPr>
        <p:spPr>
          <a:xfrm>
            <a:off x="1295640" y="3039840"/>
            <a:ext cx="2374920" cy="2734560"/>
          </a:xfrm>
          <a:custGeom>
            <a:avLst/>
            <a:gdLst>
              <a:gd name="textAreaLeft" fmla="*/ 0 w 2374920"/>
              <a:gd name="textAreaRight" fmla="*/ 2375280 w 2374920"/>
              <a:gd name="textAreaTop" fmla="*/ 0 h 2734560"/>
              <a:gd name="textAreaBottom" fmla="*/ 2734920 h 27345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41" name="Forma libre: Forma 26"/>
          <p:cNvSpPr/>
          <p:nvPr/>
        </p:nvSpPr>
        <p:spPr>
          <a:xfrm>
            <a:off x="3670920" y="1676880"/>
            <a:ext cx="2374920" cy="2734560"/>
          </a:xfrm>
          <a:custGeom>
            <a:avLst/>
            <a:gdLst>
              <a:gd name="textAreaLeft" fmla="*/ 0 w 2374920"/>
              <a:gd name="textAreaRight" fmla="*/ 2375280 w 2374920"/>
              <a:gd name="textAreaTop" fmla="*/ 0 h 2734560"/>
              <a:gd name="textAreaBottom" fmla="*/ 2734920 h 27345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42" name="Forma libre: Forma 27"/>
          <p:cNvSpPr/>
          <p:nvPr/>
        </p:nvSpPr>
        <p:spPr>
          <a:xfrm>
            <a:off x="4865760" y="3722400"/>
            <a:ext cx="2374920" cy="2734560"/>
          </a:xfrm>
          <a:custGeom>
            <a:avLst/>
            <a:gdLst>
              <a:gd name="textAreaLeft" fmla="*/ 0 w 2374920"/>
              <a:gd name="textAreaRight" fmla="*/ 2375280 w 2374920"/>
              <a:gd name="textAreaTop" fmla="*/ 0 h 2734560"/>
              <a:gd name="textAreaBottom" fmla="*/ 2734920 h 27345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43" name="Forma libre: Forma 28"/>
          <p:cNvSpPr/>
          <p:nvPr/>
        </p:nvSpPr>
        <p:spPr>
          <a:xfrm>
            <a:off x="7245720" y="3725280"/>
            <a:ext cx="2374920" cy="2734560"/>
          </a:xfrm>
          <a:custGeom>
            <a:avLst/>
            <a:gdLst>
              <a:gd name="textAreaLeft" fmla="*/ 0 w 2374920"/>
              <a:gd name="textAreaRight" fmla="*/ 2375280 w 2374920"/>
              <a:gd name="textAreaTop" fmla="*/ 0 h 2734560"/>
              <a:gd name="textAreaBottom" fmla="*/ 2734920 h 27345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44" name="Forma libre: Forma 29"/>
          <p:cNvSpPr/>
          <p:nvPr/>
        </p:nvSpPr>
        <p:spPr>
          <a:xfrm>
            <a:off x="8440560" y="1676880"/>
            <a:ext cx="2374920" cy="2734560"/>
          </a:xfrm>
          <a:custGeom>
            <a:avLst/>
            <a:gdLst>
              <a:gd name="textAreaLeft" fmla="*/ 0 w 2374920"/>
              <a:gd name="textAreaRight" fmla="*/ 2375280 w 2374920"/>
              <a:gd name="textAreaTop" fmla="*/ 0 h 2734560"/>
              <a:gd name="textAreaBottom" fmla="*/ 2734920 h 27345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45" name="Forma libre: Forma 30"/>
          <p:cNvSpPr/>
          <p:nvPr/>
        </p:nvSpPr>
        <p:spPr>
          <a:xfrm>
            <a:off x="1274760" y="1667160"/>
            <a:ext cx="7152480" cy="2736720"/>
          </a:xfrm>
          <a:custGeom>
            <a:avLst/>
            <a:gdLst>
              <a:gd name="textAreaLeft" fmla="*/ 0 w 7152480"/>
              <a:gd name="textAreaRight" fmla="*/ 7152840 w 7152480"/>
              <a:gd name="textAreaTop" fmla="*/ 0 h 2736720"/>
              <a:gd name="textAreaBottom" fmla="*/ 2737080 h 2736720"/>
              <a:gd name="GluePoint1X" fmla="*/ 0 w 7152768"/>
              <a:gd name="GluePoint1Y" fmla="*/ 2063113 h 2736950"/>
              <a:gd name="GluePoint2X" fmla="*/ 1197659 w 7152768"/>
              <a:gd name="GluePoint2Y" fmla="*/ 1371385 h 2736950"/>
              <a:gd name="GluePoint3X" fmla="*/ 2393620 w 7152768"/>
              <a:gd name="GluePoint3Y" fmla="*/ 2055218 h 2736950"/>
              <a:gd name="GluePoint4X" fmla="*/ 2389010 w 7152768"/>
              <a:gd name="GluePoint4Y" fmla="*/ 697619 h 2736950"/>
              <a:gd name="GluePoint5X" fmla="*/ 3577170 w 7152768"/>
              <a:gd name="GluePoint5Y" fmla="*/ 0 h 2736950"/>
              <a:gd name="GluePoint6X" fmla="*/ 4773889 w 7152768"/>
              <a:gd name="GluePoint6Y" fmla="*/ 698321 h 2736950"/>
              <a:gd name="GluePoint7X" fmla="*/ 4760467 w 7152768"/>
              <a:gd name="GluePoint7Y" fmla="*/ 2047456 h 2736950"/>
              <a:gd name="GluePoint8X" fmla="*/ 5972264 w 7152768"/>
              <a:gd name="GluePoint8Y" fmla="*/ 2736950 h 2736950"/>
              <a:gd name="GluePoint9X" fmla="*/ 7152768 w 7152768"/>
              <a:gd name="GluePoint9Y" fmla="*/ 2052536 h 27369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>
            <a:solidFill>
              <a:srgbClr val="0f253e">
                <a:lumMod val="10000"/>
                <a:lumOff val="9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46" name="Forma libre: Forma 31"/>
          <p:cNvSpPr/>
          <p:nvPr/>
        </p:nvSpPr>
        <p:spPr>
          <a:xfrm>
            <a:off x="8440920" y="1677600"/>
            <a:ext cx="2373120" cy="2062080"/>
          </a:xfrm>
          <a:custGeom>
            <a:avLst/>
            <a:gdLst>
              <a:gd name="textAreaLeft" fmla="*/ 0 w 2373120"/>
              <a:gd name="textAreaRight" fmla="*/ 2373480 w 2373120"/>
              <a:gd name="textAreaTop" fmla="*/ 0 h 2062080"/>
              <a:gd name="textAreaBottom" fmla="*/ 2062440 h 2062080"/>
              <a:gd name="GluePoint1X" fmla="*/ 2373549 w 2373549"/>
              <a:gd name="GluePoint1Y" fmla="*/ 680936 h 2062264"/>
              <a:gd name="GluePoint2X" fmla="*/ 1186774 w 2373549"/>
              <a:gd name="GluePoint2Y" fmla="*/ 0 h 2062264"/>
              <a:gd name="GluePoint3X" fmla="*/ 0 w 2373549"/>
              <a:gd name="GluePoint3Y" fmla="*/ 690664 h 2062264"/>
              <a:gd name="GluePoint4X" fmla="*/ 0 w 2373549"/>
              <a:gd name="GluePoint4Y" fmla="*/ 2062264 h 206226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>
            <a:solidFill>
              <a:srgbClr val="0f253e">
                <a:lumMod val="10000"/>
                <a:lumOff val="9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47" name="Forma libre: Forma 34"/>
          <p:cNvSpPr/>
          <p:nvPr/>
        </p:nvSpPr>
        <p:spPr>
          <a:xfrm flipH="1">
            <a:off x="10714680" y="2243520"/>
            <a:ext cx="204120" cy="236160"/>
          </a:xfrm>
          <a:custGeom>
            <a:avLst/>
            <a:gdLst>
              <a:gd name="textAreaLeft" fmla="*/ -360 w 204120"/>
              <a:gd name="textAreaRight" fmla="*/ 204120 w 204120"/>
              <a:gd name="textAreaTop" fmla="*/ 0 h 236160"/>
              <a:gd name="textAreaBottom" fmla="*/ 236520 h 2361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48" name="Forma libre: Forma 45"/>
          <p:cNvSpPr/>
          <p:nvPr/>
        </p:nvSpPr>
        <p:spPr>
          <a:xfrm flipH="1">
            <a:off x="9533880" y="1571040"/>
            <a:ext cx="204120" cy="236160"/>
          </a:xfrm>
          <a:custGeom>
            <a:avLst/>
            <a:gdLst>
              <a:gd name="textAreaLeft" fmla="*/ -360 w 204120"/>
              <a:gd name="textAreaRight" fmla="*/ 204120 w 204120"/>
              <a:gd name="textAreaTop" fmla="*/ 0 h 236160"/>
              <a:gd name="textAreaBottom" fmla="*/ 236520 h 2361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49" name="Forma libre: Forma 46"/>
          <p:cNvSpPr/>
          <p:nvPr/>
        </p:nvSpPr>
        <p:spPr>
          <a:xfrm flipH="1">
            <a:off x="8327520" y="2258280"/>
            <a:ext cx="204120" cy="236160"/>
          </a:xfrm>
          <a:custGeom>
            <a:avLst/>
            <a:gdLst>
              <a:gd name="textAreaLeft" fmla="*/ -360 w 204120"/>
              <a:gd name="textAreaRight" fmla="*/ 204120 w 204120"/>
              <a:gd name="textAreaTop" fmla="*/ 0 h 236160"/>
              <a:gd name="textAreaBottom" fmla="*/ 236520 h 2361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50" name="Forma libre: Forma 47"/>
          <p:cNvSpPr/>
          <p:nvPr/>
        </p:nvSpPr>
        <p:spPr>
          <a:xfrm flipH="1">
            <a:off x="8332920" y="3610800"/>
            <a:ext cx="204120" cy="236160"/>
          </a:xfrm>
          <a:custGeom>
            <a:avLst/>
            <a:gdLst>
              <a:gd name="textAreaLeft" fmla="*/ -360 w 204120"/>
              <a:gd name="textAreaRight" fmla="*/ 204120 w 204120"/>
              <a:gd name="textAreaTop" fmla="*/ 0 h 236160"/>
              <a:gd name="textAreaBottom" fmla="*/ 236520 h 2361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51" name="Forma libre: Forma 48"/>
          <p:cNvSpPr/>
          <p:nvPr/>
        </p:nvSpPr>
        <p:spPr>
          <a:xfrm flipH="1">
            <a:off x="7145280" y="4290840"/>
            <a:ext cx="204120" cy="236160"/>
          </a:xfrm>
          <a:custGeom>
            <a:avLst/>
            <a:gdLst>
              <a:gd name="textAreaLeft" fmla="*/ -360 w 204120"/>
              <a:gd name="textAreaRight" fmla="*/ 204120 w 204120"/>
              <a:gd name="textAreaTop" fmla="*/ 0 h 236160"/>
              <a:gd name="textAreaBottom" fmla="*/ 236520 h 2361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52" name="Forma libre: Forma 49"/>
          <p:cNvSpPr/>
          <p:nvPr/>
        </p:nvSpPr>
        <p:spPr>
          <a:xfrm flipH="1">
            <a:off x="5937120" y="3613320"/>
            <a:ext cx="204120" cy="236160"/>
          </a:xfrm>
          <a:custGeom>
            <a:avLst/>
            <a:gdLst>
              <a:gd name="textAreaLeft" fmla="*/ -360 w 204120"/>
              <a:gd name="textAreaRight" fmla="*/ 204120 w 204120"/>
              <a:gd name="textAreaTop" fmla="*/ 0 h 236160"/>
              <a:gd name="textAreaBottom" fmla="*/ 236520 h 2361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53" name="Forma libre: Forma 50"/>
          <p:cNvSpPr/>
          <p:nvPr/>
        </p:nvSpPr>
        <p:spPr>
          <a:xfrm flipH="1">
            <a:off x="5951160" y="2251440"/>
            <a:ext cx="204120" cy="236160"/>
          </a:xfrm>
          <a:custGeom>
            <a:avLst/>
            <a:gdLst>
              <a:gd name="textAreaLeft" fmla="*/ -360 w 204120"/>
              <a:gd name="textAreaRight" fmla="*/ 204120 w 204120"/>
              <a:gd name="textAreaTop" fmla="*/ 0 h 236160"/>
              <a:gd name="textAreaBottom" fmla="*/ 236520 h 2361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54" name="Forma libre: Forma 51"/>
          <p:cNvSpPr/>
          <p:nvPr/>
        </p:nvSpPr>
        <p:spPr>
          <a:xfrm flipH="1">
            <a:off x="4777560" y="1565640"/>
            <a:ext cx="204120" cy="236160"/>
          </a:xfrm>
          <a:custGeom>
            <a:avLst/>
            <a:gdLst>
              <a:gd name="textAreaLeft" fmla="*/ -360 w 204120"/>
              <a:gd name="textAreaRight" fmla="*/ 204120 w 204120"/>
              <a:gd name="textAreaTop" fmla="*/ 0 h 236160"/>
              <a:gd name="textAreaBottom" fmla="*/ 236520 h 2361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55" name="Forma libre: Forma 52"/>
          <p:cNvSpPr/>
          <p:nvPr/>
        </p:nvSpPr>
        <p:spPr>
          <a:xfrm flipH="1">
            <a:off x="3565080" y="2247840"/>
            <a:ext cx="204120" cy="236160"/>
          </a:xfrm>
          <a:custGeom>
            <a:avLst/>
            <a:gdLst>
              <a:gd name="textAreaLeft" fmla="*/ -360 w 204120"/>
              <a:gd name="textAreaRight" fmla="*/ 204120 w 204120"/>
              <a:gd name="textAreaTop" fmla="*/ 0 h 236160"/>
              <a:gd name="textAreaBottom" fmla="*/ 236520 h 2361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56" name="Forma libre: Forma 53"/>
          <p:cNvSpPr/>
          <p:nvPr/>
        </p:nvSpPr>
        <p:spPr>
          <a:xfrm flipH="1">
            <a:off x="3565080" y="3613320"/>
            <a:ext cx="204120" cy="236160"/>
          </a:xfrm>
          <a:custGeom>
            <a:avLst/>
            <a:gdLst>
              <a:gd name="textAreaLeft" fmla="*/ -360 w 204120"/>
              <a:gd name="textAreaRight" fmla="*/ 204120 w 204120"/>
              <a:gd name="textAreaTop" fmla="*/ 0 h 236160"/>
              <a:gd name="textAreaBottom" fmla="*/ 236520 h 2361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57" name="Forma libre: Forma 54"/>
          <p:cNvSpPr/>
          <p:nvPr/>
        </p:nvSpPr>
        <p:spPr>
          <a:xfrm flipH="1">
            <a:off x="2385720" y="2962800"/>
            <a:ext cx="204120" cy="236160"/>
          </a:xfrm>
          <a:custGeom>
            <a:avLst/>
            <a:gdLst>
              <a:gd name="textAreaLeft" fmla="*/ -360 w 204120"/>
              <a:gd name="textAreaRight" fmla="*/ 204120 w 204120"/>
              <a:gd name="textAreaTop" fmla="*/ 0 h 236160"/>
              <a:gd name="textAreaBottom" fmla="*/ 236520 h 2361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58" name="Forma libre: Forma 55"/>
          <p:cNvSpPr/>
          <p:nvPr/>
        </p:nvSpPr>
        <p:spPr>
          <a:xfrm flipH="1">
            <a:off x="1189440" y="3612240"/>
            <a:ext cx="204120" cy="236160"/>
          </a:xfrm>
          <a:custGeom>
            <a:avLst/>
            <a:gdLst>
              <a:gd name="textAreaLeft" fmla="*/ -360 w 204120"/>
              <a:gd name="textAreaRight" fmla="*/ 204120 w 204120"/>
              <a:gd name="textAreaTop" fmla="*/ 0 h 236160"/>
              <a:gd name="textAreaBottom" fmla="*/ 236520 h 2361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1506960" y="386496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506960" y="444708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3889800" y="235548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3889800" y="293760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5107320" y="446904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body"/>
          </p:nvPr>
        </p:nvSpPr>
        <p:spPr>
          <a:xfrm>
            <a:off x="5107320" y="505116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65" name="PlaceHolder 7"/>
          <p:cNvSpPr>
            <a:spLocks noGrp="1"/>
          </p:cNvSpPr>
          <p:nvPr>
            <p:ph type="body"/>
          </p:nvPr>
        </p:nvSpPr>
        <p:spPr>
          <a:xfrm>
            <a:off x="7502040" y="446904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66" name="PlaceHolder 8"/>
          <p:cNvSpPr>
            <a:spLocks noGrp="1"/>
          </p:cNvSpPr>
          <p:nvPr>
            <p:ph type="body"/>
          </p:nvPr>
        </p:nvSpPr>
        <p:spPr>
          <a:xfrm>
            <a:off x="7502040" y="505116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67" name="PlaceHolder 9"/>
          <p:cNvSpPr>
            <a:spLocks noGrp="1"/>
          </p:cNvSpPr>
          <p:nvPr>
            <p:ph type="body"/>
          </p:nvPr>
        </p:nvSpPr>
        <p:spPr>
          <a:xfrm>
            <a:off x="8734680" y="235548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68" name="PlaceHolder 10"/>
          <p:cNvSpPr>
            <a:spLocks noGrp="1"/>
          </p:cNvSpPr>
          <p:nvPr>
            <p:ph type="body"/>
          </p:nvPr>
        </p:nvSpPr>
        <p:spPr>
          <a:xfrm>
            <a:off x="8734680" y="2937600"/>
            <a:ext cx="187704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69" name="PlaceHolder 11"/>
          <p:cNvSpPr>
            <a:spLocks noGrp="1"/>
          </p:cNvSpPr>
          <p:nvPr>
            <p:ph type="title"/>
          </p:nvPr>
        </p:nvSpPr>
        <p:spPr>
          <a:xfrm>
            <a:off x="578880" y="726840"/>
            <a:ext cx="10515240" cy="12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70" name="PlaceHolder 12"/>
          <p:cNvSpPr>
            <a:spLocks noGrp="1"/>
          </p:cNvSpPr>
          <p:nvPr>
            <p:ph type="ftr" idx="5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&lt;pie de página&gt;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13"/>
          <p:cNvSpPr>
            <a:spLocks noGrp="1"/>
          </p:cNvSpPr>
          <p:nvPr>
            <p:ph type="sldNum" idx="6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9DFAA7F-B132-41E2-A507-0721E09450CC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os contenido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orma libre: Forma 19"/>
          <p:cNvSpPr/>
          <p:nvPr/>
        </p:nvSpPr>
        <p:spPr>
          <a:xfrm flipH="1">
            <a:off x="768600" y="491040"/>
            <a:ext cx="1886040" cy="2212920"/>
          </a:xfrm>
          <a:custGeom>
            <a:avLst/>
            <a:gdLst>
              <a:gd name="textAreaLeft" fmla="*/ -360 w 1886040"/>
              <a:gd name="textAreaRight" fmla="*/ 1886040 w 1886040"/>
              <a:gd name="textAreaTop" fmla="*/ 0 h 2212920"/>
              <a:gd name="textAreaBottom" fmla="*/ 2213280 h 221292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73" name="Forma libre: Forma 24"/>
          <p:cNvSpPr/>
          <p:nvPr/>
        </p:nvSpPr>
        <p:spPr>
          <a:xfrm flipH="1">
            <a:off x="782280" y="4057920"/>
            <a:ext cx="1886040" cy="2212920"/>
          </a:xfrm>
          <a:custGeom>
            <a:avLst/>
            <a:gdLst>
              <a:gd name="textAreaLeft" fmla="*/ -360 w 1886040"/>
              <a:gd name="textAreaRight" fmla="*/ 1886040 w 1886040"/>
              <a:gd name="textAreaTop" fmla="*/ 0 h 2212920"/>
              <a:gd name="textAreaBottom" fmla="*/ 2213280 h 221292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74" name="Forma libre 14"/>
          <p:cNvSpPr/>
          <p:nvPr/>
        </p:nvSpPr>
        <p:spPr>
          <a:xfrm flipH="1">
            <a:off x="0" y="3710160"/>
            <a:ext cx="1157760" cy="1502640"/>
          </a:xfrm>
          <a:custGeom>
            <a:avLst/>
            <a:gdLst>
              <a:gd name="textAreaLeft" fmla="*/ 360 w 1157760"/>
              <a:gd name="textAreaRight" fmla="*/ 1158480 w 1157760"/>
              <a:gd name="textAreaTop" fmla="*/ 0 h 1502640"/>
              <a:gd name="textAreaBottom" fmla="*/ 1503000 h 1502640"/>
              <a:gd name="GluePoint1X" fmla="*/ 638572 w 1157948"/>
              <a:gd name="GluePoint1Y" fmla="*/ 0 h 1502830"/>
              <a:gd name="GluePoint2X" fmla="*/ 0 w 1157948"/>
              <a:gd name="GluePoint2Y" fmla="*/ 378385 h 1502830"/>
              <a:gd name="GluePoint3X" fmla="*/ 0 w 1157948"/>
              <a:gd name="GluePoint3Y" fmla="*/ 1129800 h 1502830"/>
              <a:gd name="GluePoint4X" fmla="*/ 640317 w 1157948"/>
              <a:gd name="GluePoint4Y" fmla="*/ 1502830 h 1502830"/>
              <a:gd name="GluePoint5X" fmla="*/ 1157948 w 1157948"/>
              <a:gd name="GluePoint5Y" fmla="*/ 1200968 h 1502830"/>
              <a:gd name="GluePoint6X" fmla="*/ 1157948 w 1157948"/>
              <a:gd name="GluePoint6Y" fmla="*/ 304639 h 150283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body"/>
          </p:nvPr>
        </p:nvSpPr>
        <p:spPr>
          <a:xfrm>
            <a:off x="4550760" y="3625560"/>
            <a:ext cx="2653200" cy="5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50760" y="4246560"/>
            <a:ext cx="2653200" cy="172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1788120" y="2296080"/>
            <a:ext cx="1886040" cy="21441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title"/>
          </p:nvPr>
        </p:nvSpPr>
        <p:spPr>
          <a:xfrm>
            <a:off x="4550760" y="1690920"/>
            <a:ext cx="6599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7811640" y="3625560"/>
            <a:ext cx="2653200" cy="5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7811640" y="4246560"/>
            <a:ext cx="2653200" cy="172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sldNum" idx="7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13133A2-12B7-421A-A52D-490C95FEBB5E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es contenidos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Forma libre 14"/>
          <p:cNvSpPr/>
          <p:nvPr/>
        </p:nvSpPr>
        <p:spPr>
          <a:xfrm>
            <a:off x="0" y="2860920"/>
            <a:ext cx="2360520" cy="3676320"/>
          </a:xfrm>
          <a:custGeom>
            <a:avLst/>
            <a:gdLst>
              <a:gd name="textAreaLeft" fmla="*/ 0 w 2360520"/>
              <a:gd name="textAreaRight" fmla="*/ 2360880 w 2360520"/>
              <a:gd name="textAreaTop" fmla="*/ 0 h 3676320"/>
              <a:gd name="textAreaBottom" fmla="*/ 3676680 h 3676320"/>
              <a:gd name="GluePoint1X" fmla="*/ 773997 w 2361029"/>
              <a:gd name="GluePoint1Y" fmla="*/ 0 h 3676532"/>
              <a:gd name="GluePoint2X" fmla="*/ 2361029 w 2361029"/>
              <a:gd name="GluePoint2Y" fmla="*/ 925683 h 3676532"/>
              <a:gd name="GluePoint3X" fmla="*/ 2361029 w 2361029"/>
              <a:gd name="GluePoint3Y" fmla="*/ 2763949 h 3676532"/>
              <a:gd name="GluePoint4X" fmla="*/ 769661 w 2361029"/>
              <a:gd name="GluePoint4Y" fmla="*/ 3676532 h 3676532"/>
              <a:gd name="GluePoint5X" fmla="*/ 0 w 2361029"/>
              <a:gd name="GluePoint5Y" fmla="*/ 3234717 h 3676532"/>
              <a:gd name="GluePoint6X" fmla="*/ 0 w 2361029"/>
              <a:gd name="GluePoint6Y" fmla="*/ 446885 h 367653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83" name="Forma libre 15"/>
          <p:cNvSpPr/>
          <p:nvPr/>
        </p:nvSpPr>
        <p:spPr>
          <a:xfrm flipH="1">
            <a:off x="1013400" y="5253120"/>
            <a:ext cx="1710360" cy="1593000"/>
          </a:xfrm>
          <a:custGeom>
            <a:avLst/>
            <a:gdLst>
              <a:gd name="textAreaLeft" fmla="*/ -360 w 1710360"/>
              <a:gd name="textAreaRight" fmla="*/ 1710360 w 1710360"/>
              <a:gd name="textAreaTop" fmla="*/ 0 h 1593000"/>
              <a:gd name="textAreaBottom" fmla="*/ 1593360 h 1593000"/>
              <a:gd name="GluePoint1X" fmla="*/ 852873 w 1710765"/>
              <a:gd name="GluePoint1Y" fmla="*/ 0 h 1593273"/>
              <a:gd name="GluePoint2X" fmla="*/ 0 w 1710765"/>
              <a:gd name="GluePoint2Y" fmla="*/ 494134 h 1593273"/>
              <a:gd name="GluePoint3X" fmla="*/ 0 w 1710765"/>
              <a:gd name="GluePoint3Y" fmla="*/ 1475410 h 1593273"/>
              <a:gd name="GluePoint4X" fmla="*/ 206916 w 1710765"/>
              <a:gd name="GluePoint4Y" fmla="*/ 1593273 h 1593273"/>
              <a:gd name="GluePoint5X" fmla="*/ 1502835 w 1710765"/>
              <a:gd name="GluePoint5Y" fmla="*/ 1593273 h 1593273"/>
              <a:gd name="GluePoint6X" fmla="*/ 1709418 w 1710765"/>
              <a:gd name="GluePoint6Y" fmla="*/ 1475480 h 1593273"/>
              <a:gd name="GluePoint7X" fmla="*/ 1710407 w 1710765"/>
              <a:gd name="GluePoint7Y" fmla="*/ 491803 h 159327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rgbClr val="0f25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body"/>
          </p:nvPr>
        </p:nvSpPr>
        <p:spPr>
          <a:xfrm>
            <a:off x="5271480" y="1025280"/>
            <a:ext cx="5162400" cy="4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271480" y="1469160"/>
            <a:ext cx="5162400" cy="150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0f253e"/>
              </a:buClr>
              <a:buFont typeface="Arial"/>
              <a:buChar char="•"/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271480" y="2984760"/>
            <a:ext cx="5162400" cy="4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5271480" y="4597560"/>
            <a:ext cx="5162400" cy="42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5271480" y="3419640"/>
            <a:ext cx="5162400" cy="117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0f253e"/>
              </a:buClr>
              <a:buFont typeface="Arial"/>
              <a:buChar char="•"/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body"/>
          </p:nvPr>
        </p:nvSpPr>
        <p:spPr>
          <a:xfrm>
            <a:off x="5271480" y="5041800"/>
            <a:ext cx="5162400" cy="163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0f253e"/>
              </a:buClr>
              <a:buFont typeface="Arial"/>
              <a:buChar char="•"/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90" name="Forma libre: Forma 24"/>
          <p:cNvSpPr/>
          <p:nvPr/>
        </p:nvSpPr>
        <p:spPr>
          <a:xfrm flipH="1">
            <a:off x="2631240" y="4699080"/>
            <a:ext cx="668520" cy="784440"/>
          </a:xfrm>
          <a:custGeom>
            <a:avLst/>
            <a:gdLst>
              <a:gd name="textAreaLeft" fmla="*/ -360 w 668520"/>
              <a:gd name="textAreaRight" fmla="*/ 668520 w 668520"/>
              <a:gd name="textAreaTop" fmla="*/ 0 h 784440"/>
              <a:gd name="textAreaBottom" fmla="*/ 784800 h 78444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 type="title"/>
          </p:nvPr>
        </p:nvSpPr>
        <p:spPr>
          <a:xfrm>
            <a:off x="502560" y="707040"/>
            <a:ext cx="3993840" cy="227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92" name="PlaceHolder 8"/>
          <p:cNvSpPr>
            <a:spLocks noGrp="1"/>
          </p:cNvSpPr>
          <p:nvPr>
            <p:ph type="body"/>
          </p:nvPr>
        </p:nvSpPr>
        <p:spPr>
          <a:xfrm>
            <a:off x="4734000" y="1141560"/>
            <a:ext cx="507240" cy="56556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ctr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f253e"/>
              </a:buClr>
              <a:buFont typeface="Arial"/>
              <a:buChar char="•"/>
            </a:pPr>
            <a:r>
              <a:rPr b="0" lang="es-ES" sz="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93" name="PlaceHolder 9"/>
          <p:cNvSpPr>
            <a:spLocks noGrp="1"/>
          </p:cNvSpPr>
          <p:nvPr>
            <p:ph type="body"/>
          </p:nvPr>
        </p:nvSpPr>
        <p:spPr>
          <a:xfrm>
            <a:off x="4724640" y="3105720"/>
            <a:ext cx="536040" cy="56556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ctr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f253e"/>
              </a:buClr>
              <a:buFont typeface="Arial"/>
              <a:buChar char="•"/>
            </a:pPr>
            <a:r>
              <a:rPr b="0" lang="es-ES" sz="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94" name="PlaceHolder 10"/>
          <p:cNvSpPr>
            <a:spLocks noGrp="1"/>
          </p:cNvSpPr>
          <p:nvPr>
            <p:ph type="body"/>
          </p:nvPr>
        </p:nvSpPr>
        <p:spPr>
          <a:xfrm>
            <a:off x="4714200" y="4716000"/>
            <a:ext cx="536040" cy="56556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ctr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f253e"/>
              </a:buClr>
              <a:buFont typeface="Arial"/>
              <a:buChar char="•"/>
            </a:pPr>
            <a:r>
              <a:rPr b="0" lang="es-ES" sz="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95" name="PlaceHolder 11"/>
          <p:cNvSpPr>
            <a:spLocks noGrp="1"/>
          </p:cNvSpPr>
          <p:nvPr>
            <p:ph type="sldNum" idx="8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D50C183-6DE0-4E95-9B8F-41A145AB1A7A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esumen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body"/>
          </p:nvPr>
        </p:nvSpPr>
        <p:spPr>
          <a:xfrm>
            <a:off x="7493040" y="529200"/>
            <a:ext cx="4248360" cy="4730760"/>
          </a:xfrm>
          <a:prstGeom prst="rect">
            <a:avLst/>
          </a:prstGeom>
          <a:noFill/>
          <a:ln w="1908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17320" y="3252960"/>
            <a:ext cx="4959360" cy="200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5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5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98" name="Forma libre: Forma 25"/>
          <p:cNvSpPr/>
          <p:nvPr/>
        </p:nvSpPr>
        <p:spPr>
          <a:xfrm flipH="1">
            <a:off x="7400160" y="4508640"/>
            <a:ext cx="1347480" cy="1580760"/>
          </a:xfrm>
          <a:custGeom>
            <a:avLst/>
            <a:gdLst>
              <a:gd name="textAreaLeft" fmla="*/ -360 w 1347480"/>
              <a:gd name="textAreaRight" fmla="*/ 1347480 w 1347480"/>
              <a:gd name="textAreaTop" fmla="*/ 0 h 1580760"/>
              <a:gd name="textAreaBottom" fmla="*/ 1581120 h 158076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f79320">
                <a:lumMod val="60000"/>
                <a:lumOff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99" name="Forma libre: Forma 11"/>
          <p:cNvSpPr/>
          <p:nvPr/>
        </p:nvSpPr>
        <p:spPr>
          <a:xfrm>
            <a:off x="6521040" y="4772880"/>
            <a:ext cx="663120" cy="758520"/>
          </a:xfrm>
          <a:custGeom>
            <a:avLst/>
            <a:gdLst>
              <a:gd name="textAreaLeft" fmla="*/ 0 w 663120"/>
              <a:gd name="textAreaRight" fmla="*/ 663480 w 663120"/>
              <a:gd name="textAreaTop" fmla="*/ 0 h 758520"/>
              <a:gd name="textAreaBottom" fmla="*/ 758880 h 758520"/>
              <a:gd name="GluePoint1X" fmla="*/ 2187388 w 4398682"/>
              <a:gd name="GluePoint1Y" fmla="*/ 0 h 5032188"/>
              <a:gd name="GluePoint2X" fmla="*/ 4386729 w 4398682"/>
              <a:gd name="GluePoint2Y" fmla="*/ 1261035 h 5032188"/>
              <a:gd name="GluePoint3X" fmla="*/ 4398682 w 4398682"/>
              <a:gd name="GluePoint3Y" fmla="*/ 3789083 h 5032188"/>
              <a:gd name="GluePoint4X" fmla="*/ 2193365 w 4398682"/>
              <a:gd name="GluePoint4Y" fmla="*/ 5032188 h 5032188"/>
              <a:gd name="GluePoint5X" fmla="*/ 0 w 4398682"/>
              <a:gd name="GluePoint5Y" fmla="*/ 3783106 h 5032188"/>
              <a:gd name="GluePoint6X" fmla="*/ 0 w 4398682"/>
              <a:gd name="GluePoint6Y" fmla="*/ 1267012 h 5032188"/>
              <a:gd name="GluePoint7X" fmla="*/ 2187388 w 4398682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title"/>
          </p:nvPr>
        </p:nvSpPr>
        <p:spPr>
          <a:xfrm>
            <a:off x="517320" y="2497320"/>
            <a:ext cx="98236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ftr" idx="9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&lt;pie de página&gt;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sldNum" idx="10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06BD83F9-E166-4C5A-8BBE-02E82ABC9ABD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cias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orma libre 46"/>
          <p:cNvSpPr/>
          <p:nvPr/>
        </p:nvSpPr>
        <p:spPr>
          <a:xfrm>
            <a:off x="410400" y="12600"/>
            <a:ext cx="1455120" cy="1018800"/>
          </a:xfrm>
          <a:custGeom>
            <a:avLst/>
            <a:gdLst>
              <a:gd name="textAreaLeft" fmla="*/ 0 w 1455120"/>
              <a:gd name="textAreaRight" fmla="*/ 1455480 w 1455120"/>
              <a:gd name="textAreaTop" fmla="*/ 0 h 1018800"/>
              <a:gd name="textAreaBottom" fmla="*/ 1019160 h 1018800"/>
              <a:gd name="GluePoint1X" fmla="*/ 219223 w 1455521"/>
              <a:gd name="GluePoint1Y" fmla="*/ 0 h 1019127"/>
              <a:gd name="GluePoint2X" fmla="*/ 1236298 w 1455521"/>
              <a:gd name="GluePoint2Y" fmla="*/ 0 h 1019127"/>
              <a:gd name="GluePoint3X" fmla="*/ 1455521 w 1455521"/>
              <a:gd name="GluePoint3Y" fmla="*/ 385779 h 1019127"/>
              <a:gd name="GluePoint4X" fmla="*/ 1095615 w 1455521"/>
              <a:gd name="GluePoint4Y" fmla="*/ 1019127 h 1019127"/>
              <a:gd name="GluePoint5X" fmla="*/ 359906 w 1455521"/>
              <a:gd name="GluePoint5Y" fmla="*/ 1019127 h 1019127"/>
              <a:gd name="GluePoint6X" fmla="*/ 0 w 1455521"/>
              <a:gd name="GluePoint6Y" fmla="*/ 385779 h 101912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04" name="Hexágono 15"/>
          <p:cNvSpPr/>
          <p:nvPr/>
        </p:nvSpPr>
        <p:spPr>
          <a:xfrm>
            <a:off x="1579320" y="450000"/>
            <a:ext cx="1455120" cy="1266480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05" name="Hexágono 17"/>
          <p:cNvSpPr/>
          <p:nvPr/>
        </p:nvSpPr>
        <p:spPr>
          <a:xfrm>
            <a:off x="412200" y="1136520"/>
            <a:ext cx="1455120" cy="1266480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06" name="Hexágono 19"/>
          <p:cNvSpPr/>
          <p:nvPr/>
        </p:nvSpPr>
        <p:spPr>
          <a:xfrm>
            <a:off x="1580040" y="1812600"/>
            <a:ext cx="1455120" cy="1266480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07" name="Hexágono 21"/>
          <p:cNvSpPr/>
          <p:nvPr/>
        </p:nvSpPr>
        <p:spPr>
          <a:xfrm>
            <a:off x="3953880" y="4582080"/>
            <a:ext cx="1455120" cy="1266480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08" name="Forma libre 43"/>
          <p:cNvSpPr/>
          <p:nvPr/>
        </p:nvSpPr>
        <p:spPr>
          <a:xfrm>
            <a:off x="3955680" y="5952240"/>
            <a:ext cx="1455120" cy="932040"/>
          </a:xfrm>
          <a:custGeom>
            <a:avLst/>
            <a:gdLst>
              <a:gd name="textAreaLeft" fmla="*/ 0 w 1455120"/>
              <a:gd name="textAreaRight" fmla="*/ 1455480 w 1455120"/>
              <a:gd name="textAreaTop" fmla="*/ 0 h 932040"/>
              <a:gd name="textAreaBottom" fmla="*/ 932400 h 932040"/>
              <a:gd name="GluePoint1X" fmla="*/ 359906 w 1455521"/>
              <a:gd name="GluePoint1Y" fmla="*/ 0 h 932559"/>
              <a:gd name="GluePoint2X" fmla="*/ 1095615 w 1455521"/>
              <a:gd name="GluePoint2Y" fmla="*/ 0 h 932559"/>
              <a:gd name="GluePoint3X" fmla="*/ 1455521 w 1455521"/>
              <a:gd name="GluePoint3Y" fmla="*/ 633348 h 932559"/>
              <a:gd name="GluePoint4X" fmla="*/ 1285492 w 1455521"/>
              <a:gd name="GluePoint4Y" fmla="*/ 932559 h 932559"/>
              <a:gd name="GluePoint5X" fmla="*/ 170030 w 1455521"/>
              <a:gd name="GluePoint5Y" fmla="*/ 932559 h 932559"/>
              <a:gd name="GluePoint6X" fmla="*/ 0 w 1455521"/>
              <a:gd name="GluePoint6Y" fmla="*/ 633348 h 93255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09" name="Hexágono 27"/>
          <p:cNvSpPr/>
          <p:nvPr/>
        </p:nvSpPr>
        <p:spPr>
          <a:xfrm>
            <a:off x="2783880" y="5245560"/>
            <a:ext cx="1455120" cy="1266480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10" name="Hexágono 28"/>
          <p:cNvSpPr/>
          <p:nvPr/>
        </p:nvSpPr>
        <p:spPr>
          <a:xfrm>
            <a:off x="2767320" y="3880800"/>
            <a:ext cx="1455120" cy="1266480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11" name="Forma libre 42"/>
          <p:cNvSpPr/>
          <p:nvPr/>
        </p:nvSpPr>
        <p:spPr>
          <a:xfrm>
            <a:off x="3600" y="448200"/>
            <a:ext cx="678600" cy="1266480"/>
          </a:xfrm>
          <a:custGeom>
            <a:avLst/>
            <a:gdLst>
              <a:gd name="textAreaLeft" fmla="*/ 0 w 678600"/>
              <a:gd name="textAreaRight" fmla="*/ 678960 w 678600"/>
              <a:gd name="textAreaTop" fmla="*/ 0 h 1266480"/>
              <a:gd name="textAreaBottom" fmla="*/ 1266840 h 1266480"/>
              <a:gd name="GluePoint1X" fmla="*/ 0 w 678871"/>
              <a:gd name="GluePoint1Y" fmla="*/ 0 h 1266696"/>
              <a:gd name="GluePoint2X" fmla="*/ 318965 w 678871"/>
              <a:gd name="GluePoint2Y" fmla="*/ 0 h 1266696"/>
              <a:gd name="GluePoint3X" fmla="*/ 678871 w 678871"/>
              <a:gd name="GluePoint3Y" fmla="*/ 633348 h 1266696"/>
              <a:gd name="GluePoint4X" fmla="*/ 318965 w 678871"/>
              <a:gd name="GluePoint4Y" fmla="*/ 1266696 h 1266696"/>
              <a:gd name="GluePoint5X" fmla="*/ 0 w 678871"/>
              <a:gd name="GluePoint5Y" fmla="*/ 1266696 h 126669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rgbClr val="0f25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12" name="Hexágono 31"/>
          <p:cNvSpPr/>
          <p:nvPr/>
        </p:nvSpPr>
        <p:spPr>
          <a:xfrm>
            <a:off x="1580400" y="3182760"/>
            <a:ext cx="1455120" cy="1266480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f79320">
                <a:lumMod val="60000"/>
                <a:lumOff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13" name="Forma libre 45"/>
          <p:cNvSpPr/>
          <p:nvPr/>
        </p:nvSpPr>
        <p:spPr>
          <a:xfrm>
            <a:off x="6334920" y="5962320"/>
            <a:ext cx="1455120" cy="901080"/>
          </a:xfrm>
          <a:custGeom>
            <a:avLst/>
            <a:gdLst>
              <a:gd name="textAreaLeft" fmla="*/ 0 w 1455120"/>
              <a:gd name="textAreaRight" fmla="*/ 1455480 w 1455120"/>
              <a:gd name="textAreaTop" fmla="*/ 0 h 901080"/>
              <a:gd name="textAreaBottom" fmla="*/ 901440 h 901080"/>
              <a:gd name="GluePoint1X" fmla="*/ 359906 w 1455521"/>
              <a:gd name="GluePoint1Y" fmla="*/ 0 h 901561"/>
              <a:gd name="GluePoint2X" fmla="*/ 1095615 w 1455521"/>
              <a:gd name="GluePoint2Y" fmla="*/ 0 h 901561"/>
              <a:gd name="GluePoint3X" fmla="*/ 1455521 w 1455521"/>
              <a:gd name="GluePoint3Y" fmla="*/ 633348 h 901561"/>
              <a:gd name="GluePoint4X" fmla="*/ 1303107 w 1455521"/>
              <a:gd name="GluePoint4Y" fmla="*/ 901561 h 901561"/>
              <a:gd name="GluePoint5X" fmla="*/ 152415 w 1455521"/>
              <a:gd name="GluePoint5Y" fmla="*/ 901561 h 901561"/>
              <a:gd name="GluePoint6X" fmla="*/ 0 w 1455521"/>
              <a:gd name="GluePoint6Y" fmla="*/ 633348 h 9015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0f25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body"/>
          </p:nvPr>
        </p:nvSpPr>
        <p:spPr>
          <a:xfrm>
            <a:off x="2755080" y="2502000"/>
            <a:ext cx="1465560" cy="128916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5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5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390960" y="2493360"/>
            <a:ext cx="1465560" cy="12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5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5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5151240" y="5238720"/>
            <a:ext cx="1465560" cy="128916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5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5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3948480" y="3195000"/>
            <a:ext cx="1465560" cy="128916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5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5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6095880" y="3093840"/>
            <a:ext cx="3033720" cy="187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title"/>
          </p:nvPr>
        </p:nvSpPr>
        <p:spPr>
          <a:xfrm>
            <a:off x="6095880" y="1703520"/>
            <a:ext cx="50554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120" name="Forma libre 39"/>
          <p:cNvSpPr/>
          <p:nvPr/>
        </p:nvSpPr>
        <p:spPr>
          <a:xfrm>
            <a:off x="-6480" y="1815120"/>
            <a:ext cx="696960" cy="1266480"/>
          </a:xfrm>
          <a:custGeom>
            <a:avLst/>
            <a:gdLst>
              <a:gd name="textAreaLeft" fmla="*/ 0 w 696960"/>
              <a:gd name="textAreaRight" fmla="*/ 697320 w 696960"/>
              <a:gd name="textAreaTop" fmla="*/ 0 h 1266480"/>
              <a:gd name="textAreaBottom" fmla="*/ 1266840 h 1266480"/>
              <a:gd name="GluePoint1X" fmla="*/ 8792 w 697438"/>
              <a:gd name="GluePoint1Y" fmla="*/ 8793 h 1266696"/>
              <a:gd name="GluePoint2X" fmla="*/ 337532 w 697438"/>
              <a:gd name="GluePoint2Y" fmla="*/ 0 h 1266696"/>
              <a:gd name="GluePoint3X" fmla="*/ 697438 w 697438"/>
              <a:gd name="GluePoint3Y" fmla="*/ 633348 h 1266696"/>
              <a:gd name="GluePoint4X" fmla="*/ 337532 w 697438"/>
              <a:gd name="GluePoint4Y" fmla="*/ 1266696 h 1266696"/>
              <a:gd name="GluePoint5X" fmla="*/ 0 w 697438"/>
              <a:gd name="GluePoint5Y" fmla="*/ 1266696 h 1266696"/>
              <a:gd name="GluePoint6X" fmla="*/ 8792 w 697438"/>
              <a:gd name="GluePoint6Y" fmla="*/ 8793 h 126669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rgbClr val="44668d">
                <a:lumMod val="20000"/>
                <a:lumOff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12640" y="3435480"/>
            <a:ext cx="4253040" cy="173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122" name="Forma libre: Forma 4"/>
          <p:cNvSpPr/>
          <p:nvPr/>
        </p:nvSpPr>
        <p:spPr>
          <a:xfrm>
            <a:off x="6282720" y="525240"/>
            <a:ext cx="1912680" cy="2139840"/>
          </a:xfrm>
          <a:custGeom>
            <a:avLst/>
            <a:gdLst>
              <a:gd name="textAreaLeft" fmla="*/ 0 w 1912680"/>
              <a:gd name="textAreaRight" fmla="*/ 1913040 w 1912680"/>
              <a:gd name="textAreaTop" fmla="*/ 0 h 2139840"/>
              <a:gd name="textAreaBottom" fmla="*/ 2140200 h 213984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23" name="Forma libre: Forma 12"/>
          <p:cNvSpPr/>
          <p:nvPr/>
        </p:nvSpPr>
        <p:spPr>
          <a:xfrm>
            <a:off x="8375400" y="496080"/>
            <a:ext cx="1912680" cy="2159280"/>
          </a:xfrm>
          <a:custGeom>
            <a:avLst/>
            <a:gdLst>
              <a:gd name="textAreaLeft" fmla="*/ 0 w 1912680"/>
              <a:gd name="textAreaRight" fmla="*/ 1913040 w 1912680"/>
              <a:gd name="textAreaTop" fmla="*/ 0 h 2159280"/>
              <a:gd name="textAreaBottom" fmla="*/ 2159640 h 215928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24" name="Forma libre: Forma 13"/>
          <p:cNvSpPr/>
          <p:nvPr/>
        </p:nvSpPr>
        <p:spPr>
          <a:xfrm>
            <a:off x="7328160" y="2310480"/>
            <a:ext cx="1912680" cy="2159280"/>
          </a:xfrm>
          <a:custGeom>
            <a:avLst/>
            <a:gdLst>
              <a:gd name="textAreaLeft" fmla="*/ 0 w 1912680"/>
              <a:gd name="textAreaRight" fmla="*/ 1913040 w 1912680"/>
              <a:gd name="textAreaTop" fmla="*/ 0 h 2159280"/>
              <a:gd name="textAreaBottom" fmla="*/ 2159640 h 215928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25" name="Forma libre: Forma 14"/>
          <p:cNvSpPr/>
          <p:nvPr/>
        </p:nvSpPr>
        <p:spPr>
          <a:xfrm>
            <a:off x="8375400" y="4095360"/>
            <a:ext cx="1912680" cy="2159280"/>
          </a:xfrm>
          <a:custGeom>
            <a:avLst/>
            <a:gdLst>
              <a:gd name="textAreaLeft" fmla="*/ 0 w 1912680"/>
              <a:gd name="textAreaRight" fmla="*/ 1913040 w 1912680"/>
              <a:gd name="textAreaTop" fmla="*/ 0 h 2159280"/>
              <a:gd name="textAreaBottom" fmla="*/ 2159640 h 215928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26" name="Forma libre: Forma 15"/>
          <p:cNvSpPr/>
          <p:nvPr/>
        </p:nvSpPr>
        <p:spPr>
          <a:xfrm>
            <a:off x="9403560" y="2310480"/>
            <a:ext cx="1912680" cy="2159280"/>
          </a:xfrm>
          <a:custGeom>
            <a:avLst/>
            <a:gdLst>
              <a:gd name="textAreaLeft" fmla="*/ 0 w 1912680"/>
              <a:gd name="textAreaRight" fmla="*/ 1913040 w 1912680"/>
              <a:gd name="textAreaTop" fmla="*/ 0 h 2159280"/>
              <a:gd name="textAreaBottom" fmla="*/ 2159640 h 215928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274080" y="1076400"/>
            <a:ext cx="1912680" cy="105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8375400" y="1076400"/>
            <a:ext cx="1904400" cy="105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13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editar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body"/>
          </p:nvPr>
        </p:nvSpPr>
        <p:spPr>
          <a:xfrm>
            <a:off x="7322040" y="2844720"/>
            <a:ext cx="191448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13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body"/>
          </p:nvPr>
        </p:nvSpPr>
        <p:spPr>
          <a:xfrm>
            <a:off x="9409680" y="2826720"/>
            <a:ext cx="1912680" cy="110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13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body"/>
          </p:nvPr>
        </p:nvSpPr>
        <p:spPr>
          <a:xfrm>
            <a:off x="8367120" y="4631400"/>
            <a:ext cx="1912680" cy="107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13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32" name="Forma libre: Forma 6"/>
          <p:cNvSpPr/>
          <p:nvPr/>
        </p:nvSpPr>
        <p:spPr>
          <a:xfrm>
            <a:off x="631080" y="606240"/>
            <a:ext cx="1912680" cy="2139840"/>
          </a:xfrm>
          <a:custGeom>
            <a:avLst/>
            <a:gdLst>
              <a:gd name="textAreaLeft" fmla="*/ 0 w 1912680"/>
              <a:gd name="textAreaRight" fmla="*/ 1913040 w 1912680"/>
              <a:gd name="textAreaTop" fmla="*/ 0 h 2139840"/>
              <a:gd name="textAreaBottom" fmla="*/ 2140200 h 213984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33" name="Forma libre 28"/>
          <p:cNvSpPr/>
          <p:nvPr/>
        </p:nvSpPr>
        <p:spPr>
          <a:xfrm>
            <a:off x="10460520" y="505800"/>
            <a:ext cx="1731240" cy="2159280"/>
          </a:xfrm>
          <a:custGeom>
            <a:avLst/>
            <a:gdLst>
              <a:gd name="textAreaLeft" fmla="*/ 0 w 1731240"/>
              <a:gd name="textAreaRight" fmla="*/ 1731600 w 1731240"/>
              <a:gd name="textAreaTop" fmla="*/ 0 h 2159280"/>
              <a:gd name="textAreaBottom" fmla="*/ 2159640 h 2159280"/>
              <a:gd name="GluePoint1X" fmla="*/ 953758 w 1731521"/>
              <a:gd name="GluePoint1Y" fmla="*/ 0 h 2159541"/>
              <a:gd name="GluePoint2X" fmla="*/ 1731521 w 1731521"/>
              <a:gd name="GluePoint2Y" fmla="*/ 438909 h 2159541"/>
              <a:gd name="GluePoint3X" fmla="*/ 1731521 w 1731521"/>
              <a:gd name="GluePoint3Y" fmla="*/ 1724628 h 2159541"/>
              <a:gd name="GluePoint4X" fmla="*/ 956364 w 1731521"/>
              <a:gd name="GluePoint4Y" fmla="*/ 2159541 h 2159541"/>
              <a:gd name="GluePoint5X" fmla="*/ 0 w 1731521"/>
              <a:gd name="GluePoint5Y" fmla="*/ 1623503 h 2159541"/>
              <a:gd name="GluePoint6X" fmla="*/ 0 w 1731521"/>
              <a:gd name="GluePoint6Y" fmla="*/ 543733 h 215954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34" name="Forma libre 27"/>
          <p:cNvSpPr/>
          <p:nvPr/>
        </p:nvSpPr>
        <p:spPr>
          <a:xfrm>
            <a:off x="11498040" y="2436480"/>
            <a:ext cx="697680" cy="1868760"/>
          </a:xfrm>
          <a:custGeom>
            <a:avLst/>
            <a:gdLst>
              <a:gd name="textAreaLeft" fmla="*/ 0 w 697680"/>
              <a:gd name="textAreaRight" fmla="*/ 698040 w 697680"/>
              <a:gd name="textAreaTop" fmla="*/ 0 h 1868760"/>
              <a:gd name="textAreaBottom" fmla="*/ 1869120 h 1868760"/>
              <a:gd name="GluePoint1X" fmla="*/ 698022 w 698022"/>
              <a:gd name="GluePoint1Y" fmla="*/ 0 h 1868948"/>
              <a:gd name="GluePoint2X" fmla="*/ 698022 w 698022"/>
              <a:gd name="GluePoint2Y" fmla="*/ 1868948 h 1868948"/>
              <a:gd name="GluePoint3X" fmla="*/ 0 w 698022"/>
              <a:gd name="GluePoint3Y" fmla="*/ 1477709 h 1868948"/>
              <a:gd name="GluePoint4X" fmla="*/ 0 w 698022"/>
              <a:gd name="GluePoint4Y" fmla="*/ 397939 h 186894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35" name="Forma libre 29"/>
          <p:cNvSpPr/>
          <p:nvPr/>
        </p:nvSpPr>
        <p:spPr>
          <a:xfrm>
            <a:off x="10460520" y="4114800"/>
            <a:ext cx="1731240" cy="2159280"/>
          </a:xfrm>
          <a:custGeom>
            <a:avLst/>
            <a:gdLst>
              <a:gd name="textAreaLeft" fmla="*/ 0 w 1731240"/>
              <a:gd name="textAreaRight" fmla="*/ 1731600 w 1731240"/>
              <a:gd name="textAreaTop" fmla="*/ 0 h 2159280"/>
              <a:gd name="textAreaBottom" fmla="*/ 2159640 h 2159280"/>
              <a:gd name="GluePoint1X" fmla="*/ 953758 w 1731521"/>
              <a:gd name="GluePoint1Y" fmla="*/ 0 h 2159541"/>
              <a:gd name="GluePoint2X" fmla="*/ 1731521 w 1731521"/>
              <a:gd name="GluePoint2Y" fmla="*/ 438909 h 2159541"/>
              <a:gd name="GluePoint3X" fmla="*/ 1731521 w 1731521"/>
              <a:gd name="GluePoint3Y" fmla="*/ 1724629 h 2159541"/>
              <a:gd name="GluePoint4X" fmla="*/ 956364 w 1731521"/>
              <a:gd name="GluePoint4Y" fmla="*/ 2159541 h 2159541"/>
              <a:gd name="GluePoint5X" fmla="*/ 0 w 1731521"/>
              <a:gd name="GluePoint5Y" fmla="*/ 1623503 h 2159541"/>
              <a:gd name="GluePoint6X" fmla="*/ 0 w 1731521"/>
              <a:gd name="GluePoint6Y" fmla="*/ 543733 h 215954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36" name="Forma libre: Forma 10"/>
          <p:cNvSpPr/>
          <p:nvPr/>
        </p:nvSpPr>
        <p:spPr>
          <a:xfrm>
            <a:off x="5252760" y="2290680"/>
            <a:ext cx="1912680" cy="2159280"/>
          </a:xfrm>
          <a:custGeom>
            <a:avLst/>
            <a:gdLst>
              <a:gd name="textAreaLeft" fmla="*/ 0 w 1912680"/>
              <a:gd name="textAreaRight" fmla="*/ 1913040 w 1912680"/>
              <a:gd name="textAreaTop" fmla="*/ 0 h 2159280"/>
              <a:gd name="textAreaBottom" fmla="*/ 2159640 h 215928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37" name="Forma libre: Forma 11"/>
          <p:cNvSpPr/>
          <p:nvPr/>
        </p:nvSpPr>
        <p:spPr>
          <a:xfrm>
            <a:off x="6310080" y="4056480"/>
            <a:ext cx="1912680" cy="2159280"/>
          </a:xfrm>
          <a:custGeom>
            <a:avLst/>
            <a:gdLst>
              <a:gd name="textAreaLeft" fmla="*/ 0 w 1912680"/>
              <a:gd name="textAreaRight" fmla="*/ 1913040 w 1912680"/>
              <a:gd name="textAreaTop" fmla="*/ 0 h 2159280"/>
              <a:gd name="textAreaBottom" fmla="*/ 2159640 h 215928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dcd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38" name="PlaceHolder 7"/>
          <p:cNvSpPr>
            <a:spLocks noGrp="1"/>
          </p:cNvSpPr>
          <p:nvPr>
            <p:ph type="ftr" idx="11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&lt;pie de página&gt;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8"/>
          <p:cNvSpPr>
            <a:spLocks noGrp="1"/>
          </p:cNvSpPr>
          <p:nvPr>
            <p:ph type="sldNum" idx="12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D394C589-8704-4A7D-9BBB-6E1317971ADE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roducción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9400" y="2097000"/>
            <a:ext cx="51166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9400" y="3435480"/>
            <a:ext cx="4259880" cy="129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5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5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744880" y="0"/>
            <a:ext cx="644652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f253e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ftr" idx="13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&lt;pie de página&gt;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sldNum" idx="14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D32A2EB0-1988-48ED-B619-E86A92F3223E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la sección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710400" y="2016720"/>
            <a:ext cx="4440960" cy="277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146" name="Hexágono 17"/>
          <p:cNvSpPr/>
          <p:nvPr/>
        </p:nvSpPr>
        <p:spPr>
          <a:xfrm rot="5400000">
            <a:off x="1308600" y="2004840"/>
            <a:ext cx="3593160" cy="288000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2319120" y="2911680"/>
            <a:ext cx="1570320" cy="107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13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 cap="all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581760" y="555480"/>
            <a:ext cx="5045400" cy="578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7200" bIns="4500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y contenido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87880" y="507240"/>
            <a:ext cx="10515240" cy="11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587880" y="1622520"/>
            <a:ext cx="10889280" cy="415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editar el estilo del texto patrón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ftr" idx="15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&lt;pie de página&gt;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sldNum" idx="16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9F78308-C31C-4940-88F2-1BE0EBDF162E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y contenido con imagen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81760" y="721440"/>
            <a:ext cx="10889280" cy="14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581760" y="1614240"/>
            <a:ext cx="10889280" cy="431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editar el estilo del texto patrón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55" name="Forma libre: Forma 5"/>
          <p:cNvSpPr/>
          <p:nvPr/>
        </p:nvSpPr>
        <p:spPr>
          <a:xfrm>
            <a:off x="10551240" y="4665240"/>
            <a:ext cx="603720" cy="681480"/>
          </a:xfrm>
          <a:custGeom>
            <a:avLst/>
            <a:gdLst>
              <a:gd name="textAreaLeft" fmla="*/ 0 w 603720"/>
              <a:gd name="textAreaRight" fmla="*/ 604080 w 603720"/>
              <a:gd name="textAreaTop" fmla="*/ 0 h 681480"/>
              <a:gd name="textAreaBottom" fmla="*/ 681840 h 68148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56" name="Forma libre 11"/>
          <p:cNvSpPr/>
          <p:nvPr/>
        </p:nvSpPr>
        <p:spPr>
          <a:xfrm>
            <a:off x="10524600" y="5146200"/>
            <a:ext cx="1666800" cy="1711440"/>
          </a:xfrm>
          <a:custGeom>
            <a:avLst/>
            <a:gdLst>
              <a:gd name="textAreaLeft" fmla="*/ 0 w 1666800"/>
              <a:gd name="textAreaRight" fmla="*/ 1667160 w 1666800"/>
              <a:gd name="textAreaTop" fmla="*/ 0 h 1711440"/>
              <a:gd name="textAreaBottom" fmla="*/ 1711800 h 1711440"/>
              <a:gd name="GluePoint1X" fmla="*/ 998834 w 1667226"/>
              <a:gd name="GluePoint1Y" fmla="*/ 0 h 1711855"/>
              <a:gd name="GluePoint2X" fmla="*/ 1667226 w 1667226"/>
              <a:gd name="GluePoint2Y" fmla="*/ 373790 h 1711855"/>
              <a:gd name="GluePoint3X" fmla="*/ 1667226 w 1667226"/>
              <a:gd name="GluePoint3Y" fmla="*/ 1711855 h 1711855"/>
              <a:gd name="GluePoint4X" fmla="*/ 48502 w 1667226"/>
              <a:gd name="GluePoint4Y" fmla="*/ 1711855 h 1711855"/>
              <a:gd name="GluePoint5X" fmla="*/ 0 w 1667226"/>
              <a:gd name="GluePoint5Y" fmla="*/ 1684915 h 1711855"/>
              <a:gd name="GluePoint6X" fmla="*/ 0 w 1667226"/>
              <a:gd name="GluePoint6Y" fmla="*/ 564300 h 171185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rgbClr val="f793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57" name="Forma libre: Forma 11"/>
          <p:cNvSpPr/>
          <p:nvPr/>
        </p:nvSpPr>
        <p:spPr>
          <a:xfrm>
            <a:off x="10177200" y="5347080"/>
            <a:ext cx="748080" cy="856080"/>
          </a:xfrm>
          <a:custGeom>
            <a:avLst/>
            <a:gdLst>
              <a:gd name="textAreaLeft" fmla="*/ 0 w 748080"/>
              <a:gd name="textAreaRight" fmla="*/ 748440 w 748080"/>
              <a:gd name="textAreaTop" fmla="*/ 0 h 856080"/>
              <a:gd name="textAreaBottom" fmla="*/ 856440 h 856080"/>
              <a:gd name="GluePoint1X" fmla="*/ 2187388 w 4398682"/>
              <a:gd name="GluePoint1Y" fmla="*/ 0 h 5032188"/>
              <a:gd name="GluePoint2X" fmla="*/ 4386729 w 4398682"/>
              <a:gd name="GluePoint2Y" fmla="*/ 1261035 h 5032188"/>
              <a:gd name="GluePoint3X" fmla="*/ 4398682 w 4398682"/>
              <a:gd name="GluePoint3Y" fmla="*/ 3789083 h 5032188"/>
              <a:gd name="GluePoint4X" fmla="*/ 2193365 w 4398682"/>
              <a:gd name="GluePoint4Y" fmla="*/ 5032188 h 5032188"/>
              <a:gd name="GluePoint5X" fmla="*/ 0 w 4398682"/>
              <a:gd name="GluePoint5Y" fmla="*/ 3783106 h 5032188"/>
              <a:gd name="GluePoint6X" fmla="*/ 0 w 4398682"/>
              <a:gd name="GluePoint6Y" fmla="*/ 1267012 h 5032188"/>
              <a:gd name="GluePoint7X" fmla="*/ 2187388 w 4398682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chemeClr val="accent6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ftr" idx="17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&lt;pie de página&gt;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sldNum" idx="18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F42D9B2-87F2-461A-B7B3-0DCC70894E49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 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9120" y="1856160"/>
            <a:ext cx="4517640" cy="16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27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editar el texto</a:t>
            </a:r>
            <a:endParaRPr b="0" lang="es-ES" sz="27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095880" y="3695040"/>
            <a:ext cx="4672440" cy="16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500" strike="noStrike" u="none">
                <a:solidFill>
                  <a:schemeClr val="accent4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5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62" name="Forma libre: Forma 5"/>
          <p:cNvSpPr/>
          <p:nvPr/>
        </p:nvSpPr>
        <p:spPr>
          <a:xfrm>
            <a:off x="3843720" y="722520"/>
            <a:ext cx="1244520" cy="1404720"/>
          </a:xfrm>
          <a:custGeom>
            <a:avLst/>
            <a:gdLst>
              <a:gd name="textAreaLeft" fmla="*/ 0 w 1244520"/>
              <a:gd name="textAreaRight" fmla="*/ 1244880 w 1244520"/>
              <a:gd name="textAreaTop" fmla="*/ 0 h 1404720"/>
              <a:gd name="textAreaBottom" fmla="*/ 1405080 h 140472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63" name="Forma libre: Forma 6"/>
          <p:cNvSpPr/>
          <p:nvPr/>
        </p:nvSpPr>
        <p:spPr>
          <a:xfrm>
            <a:off x="1224000" y="1436760"/>
            <a:ext cx="2856600" cy="3269520"/>
          </a:xfrm>
          <a:custGeom>
            <a:avLst/>
            <a:gdLst>
              <a:gd name="textAreaLeft" fmla="*/ 0 w 2856600"/>
              <a:gd name="textAreaRight" fmla="*/ 2856960 w 2856600"/>
              <a:gd name="textAreaTop" fmla="*/ 0 h 3269520"/>
              <a:gd name="textAreaBottom" fmla="*/ 3269880 h 326952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6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64" name="Forma libre: Forma 7"/>
          <p:cNvSpPr/>
          <p:nvPr/>
        </p:nvSpPr>
        <p:spPr>
          <a:xfrm>
            <a:off x="758880" y="3457440"/>
            <a:ext cx="1207800" cy="1381320"/>
          </a:xfrm>
          <a:custGeom>
            <a:avLst/>
            <a:gdLst>
              <a:gd name="textAreaLeft" fmla="*/ 0 w 1207800"/>
              <a:gd name="textAreaRight" fmla="*/ 1208160 w 1207800"/>
              <a:gd name="textAreaTop" fmla="*/ 0 h 1381320"/>
              <a:gd name="textAreaBottom" fmla="*/ 1381680 h 1381320"/>
              <a:gd name="GluePoint1X" fmla="*/ 2187388 w 4387647"/>
              <a:gd name="GluePoint1Y" fmla="*/ 0 h 5032188"/>
              <a:gd name="GluePoint2X" fmla="*/ 4386729 w 4387647"/>
              <a:gd name="GluePoint2Y" fmla="*/ 1261035 h 5032188"/>
              <a:gd name="GluePoint3X" fmla="*/ 4384192 w 4387647"/>
              <a:gd name="GluePoint3Y" fmla="*/ 3783287 h 5032188"/>
              <a:gd name="GluePoint4X" fmla="*/ 2193365 w 4387647"/>
              <a:gd name="GluePoint4Y" fmla="*/ 5032188 h 5032188"/>
              <a:gd name="GluePoint5X" fmla="*/ 0 w 4387647"/>
              <a:gd name="GluePoint5Y" fmla="*/ 3783106 h 5032188"/>
              <a:gd name="GluePoint6X" fmla="*/ 0 w 4387647"/>
              <a:gd name="GluePoint6Y" fmla="*/ 1267012 h 5032188"/>
              <a:gd name="GluePoint7X" fmla="*/ 2187388 w 4387647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0f25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  <p:sp>
        <p:nvSpPr>
          <p:cNvPr id="165" name="Forma libre: Forma 11"/>
          <p:cNvSpPr/>
          <p:nvPr/>
        </p:nvSpPr>
        <p:spPr>
          <a:xfrm>
            <a:off x="2917800" y="4662000"/>
            <a:ext cx="663120" cy="758520"/>
          </a:xfrm>
          <a:custGeom>
            <a:avLst/>
            <a:gdLst>
              <a:gd name="textAreaLeft" fmla="*/ 0 w 663120"/>
              <a:gd name="textAreaRight" fmla="*/ 663480 w 663120"/>
              <a:gd name="textAreaTop" fmla="*/ 0 h 758520"/>
              <a:gd name="textAreaBottom" fmla="*/ 758880 h 758520"/>
              <a:gd name="GluePoint1X" fmla="*/ 2187388 w 4398682"/>
              <a:gd name="GluePoint1Y" fmla="*/ 0 h 5032188"/>
              <a:gd name="GluePoint2X" fmla="*/ 4386729 w 4398682"/>
              <a:gd name="GluePoint2Y" fmla="*/ 1261035 h 5032188"/>
              <a:gd name="GluePoint3X" fmla="*/ 4398682 w 4398682"/>
              <a:gd name="GluePoint3Y" fmla="*/ 3789083 h 5032188"/>
              <a:gd name="GluePoint4X" fmla="*/ 2193365 w 4398682"/>
              <a:gd name="GluePoint4Y" fmla="*/ 5032188 h 5032188"/>
              <a:gd name="GluePoint5X" fmla="*/ 0 w 4398682"/>
              <a:gd name="GluePoint5Y" fmla="*/ 3783106 h 5032188"/>
              <a:gd name="GluePoint6X" fmla="*/ 0 w 4398682"/>
              <a:gd name="GluePoint6Y" fmla="*/ 1267012 h 5032188"/>
              <a:gd name="GluePoint7X" fmla="*/ 2187388 w 4398682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ftr" idx="19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&lt;pie de página&gt;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sldNum" idx="20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F999E51-EB96-4764-8DA0-C8FBFC8240CC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 miembros del equipo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1114920" y="2560320"/>
            <a:ext cx="2367720" cy="210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5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5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1213920" y="476424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1213920" y="529524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3623400" y="1840680"/>
            <a:ext cx="2367720" cy="210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5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5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body"/>
          </p:nvPr>
        </p:nvSpPr>
        <p:spPr>
          <a:xfrm>
            <a:off x="3720600" y="404568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 type="body"/>
          </p:nvPr>
        </p:nvSpPr>
        <p:spPr>
          <a:xfrm>
            <a:off x="3720600" y="457668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75" name="PlaceHolder 8"/>
          <p:cNvSpPr>
            <a:spLocks noGrp="1"/>
          </p:cNvSpPr>
          <p:nvPr>
            <p:ph type="body"/>
          </p:nvPr>
        </p:nvSpPr>
        <p:spPr>
          <a:xfrm>
            <a:off x="6113520" y="2560320"/>
            <a:ext cx="2367720" cy="210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5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5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76" name="PlaceHolder 9"/>
          <p:cNvSpPr>
            <a:spLocks noGrp="1"/>
          </p:cNvSpPr>
          <p:nvPr>
            <p:ph type="body"/>
          </p:nvPr>
        </p:nvSpPr>
        <p:spPr>
          <a:xfrm>
            <a:off x="6218640" y="476424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77" name="PlaceHolder 10"/>
          <p:cNvSpPr>
            <a:spLocks noGrp="1"/>
          </p:cNvSpPr>
          <p:nvPr>
            <p:ph type="body"/>
          </p:nvPr>
        </p:nvSpPr>
        <p:spPr>
          <a:xfrm>
            <a:off x="6218640" y="529524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78" name="PlaceHolder 11"/>
          <p:cNvSpPr>
            <a:spLocks noGrp="1"/>
          </p:cNvSpPr>
          <p:nvPr>
            <p:ph type="body"/>
          </p:nvPr>
        </p:nvSpPr>
        <p:spPr>
          <a:xfrm>
            <a:off x="8500320" y="1836360"/>
            <a:ext cx="2367720" cy="210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5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5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79" name="PlaceHolder 12"/>
          <p:cNvSpPr>
            <a:spLocks noGrp="1"/>
          </p:cNvSpPr>
          <p:nvPr>
            <p:ph type="body"/>
          </p:nvPr>
        </p:nvSpPr>
        <p:spPr>
          <a:xfrm>
            <a:off x="8635320" y="404568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80" name="PlaceHolder 13"/>
          <p:cNvSpPr>
            <a:spLocks noGrp="1"/>
          </p:cNvSpPr>
          <p:nvPr>
            <p:ph type="body"/>
          </p:nvPr>
        </p:nvSpPr>
        <p:spPr>
          <a:xfrm>
            <a:off x="8635320" y="457668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81" name="PlaceHolder 14"/>
          <p:cNvSpPr>
            <a:spLocks noGrp="1"/>
          </p:cNvSpPr>
          <p:nvPr>
            <p:ph type="ftr" idx="21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&lt;pie de página&gt;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15"/>
          <p:cNvSpPr>
            <a:spLocks noGrp="1"/>
          </p:cNvSpPr>
          <p:nvPr>
            <p:ph type="sldNum" idx="22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D0EBA03-7BF9-48A6-A591-8AD815289E2B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 miembros del equipo">
    <p:bg>
      <p:bgPr>
        <a:solidFill>
          <a:schemeClr val="accent3">
            <a:alpha val="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9400" y="2367360"/>
            <a:ext cx="3909600" cy="362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Haga clic para modificar el estilo de título del patrón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269960" y="436320"/>
            <a:ext cx="1172880" cy="135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5520240" y="522360"/>
            <a:ext cx="2289600" cy="62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5520240" y="1166040"/>
            <a:ext cx="228960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8060040" y="436320"/>
            <a:ext cx="1172880" cy="135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9309960" y="64260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9309960" y="116604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90" name="PlaceHolder 8"/>
          <p:cNvSpPr>
            <a:spLocks noGrp="1"/>
          </p:cNvSpPr>
          <p:nvPr>
            <p:ph type="body"/>
          </p:nvPr>
        </p:nvSpPr>
        <p:spPr>
          <a:xfrm>
            <a:off x="4269960" y="2004120"/>
            <a:ext cx="1172880" cy="135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91" name="PlaceHolder 9"/>
          <p:cNvSpPr>
            <a:spLocks noGrp="1"/>
          </p:cNvSpPr>
          <p:nvPr>
            <p:ph type="body"/>
          </p:nvPr>
        </p:nvSpPr>
        <p:spPr>
          <a:xfrm>
            <a:off x="5520240" y="2105280"/>
            <a:ext cx="2192760" cy="61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92" name="PlaceHolder 10"/>
          <p:cNvSpPr>
            <a:spLocks noGrp="1"/>
          </p:cNvSpPr>
          <p:nvPr>
            <p:ph type="body"/>
          </p:nvPr>
        </p:nvSpPr>
        <p:spPr>
          <a:xfrm>
            <a:off x="5520240" y="2739600"/>
            <a:ext cx="219276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93" name="PlaceHolder 11"/>
          <p:cNvSpPr>
            <a:spLocks noGrp="1"/>
          </p:cNvSpPr>
          <p:nvPr>
            <p:ph type="body"/>
          </p:nvPr>
        </p:nvSpPr>
        <p:spPr>
          <a:xfrm>
            <a:off x="8060040" y="2004120"/>
            <a:ext cx="1172880" cy="135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94" name="PlaceHolder 12"/>
          <p:cNvSpPr>
            <a:spLocks noGrp="1"/>
          </p:cNvSpPr>
          <p:nvPr>
            <p:ph type="body"/>
          </p:nvPr>
        </p:nvSpPr>
        <p:spPr>
          <a:xfrm>
            <a:off x="9309960" y="2032200"/>
            <a:ext cx="2097720" cy="70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95" name="PlaceHolder 13"/>
          <p:cNvSpPr>
            <a:spLocks noGrp="1"/>
          </p:cNvSpPr>
          <p:nvPr>
            <p:ph type="body"/>
          </p:nvPr>
        </p:nvSpPr>
        <p:spPr>
          <a:xfrm>
            <a:off x="9309960" y="274644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96" name="PlaceHolder 14"/>
          <p:cNvSpPr>
            <a:spLocks noGrp="1"/>
          </p:cNvSpPr>
          <p:nvPr>
            <p:ph type="body"/>
          </p:nvPr>
        </p:nvSpPr>
        <p:spPr>
          <a:xfrm>
            <a:off x="4269960" y="3571920"/>
            <a:ext cx="1172880" cy="135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97" name="PlaceHolder 15"/>
          <p:cNvSpPr>
            <a:spLocks noGrp="1"/>
          </p:cNvSpPr>
          <p:nvPr>
            <p:ph type="body"/>
          </p:nvPr>
        </p:nvSpPr>
        <p:spPr>
          <a:xfrm>
            <a:off x="5520240" y="377568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98" name="PlaceHolder 16"/>
          <p:cNvSpPr>
            <a:spLocks noGrp="1"/>
          </p:cNvSpPr>
          <p:nvPr>
            <p:ph type="body"/>
          </p:nvPr>
        </p:nvSpPr>
        <p:spPr>
          <a:xfrm>
            <a:off x="5520240" y="431208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199" name="PlaceHolder 17"/>
          <p:cNvSpPr>
            <a:spLocks noGrp="1"/>
          </p:cNvSpPr>
          <p:nvPr>
            <p:ph type="body"/>
          </p:nvPr>
        </p:nvSpPr>
        <p:spPr>
          <a:xfrm>
            <a:off x="8060040" y="3571920"/>
            <a:ext cx="1172880" cy="135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00" name="PlaceHolder 18"/>
          <p:cNvSpPr>
            <a:spLocks noGrp="1"/>
          </p:cNvSpPr>
          <p:nvPr>
            <p:ph type="body"/>
          </p:nvPr>
        </p:nvSpPr>
        <p:spPr>
          <a:xfrm>
            <a:off x="9309960" y="377568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01" name="PlaceHolder 19"/>
          <p:cNvSpPr>
            <a:spLocks noGrp="1"/>
          </p:cNvSpPr>
          <p:nvPr>
            <p:ph type="body"/>
          </p:nvPr>
        </p:nvSpPr>
        <p:spPr>
          <a:xfrm>
            <a:off x="9309960" y="431208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02" name="PlaceHolder 20"/>
          <p:cNvSpPr>
            <a:spLocks noGrp="1"/>
          </p:cNvSpPr>
          <p:nvPr>
            <p:ph type="body"/>
          </p:nvPr>
        </p:nvSpPr>
        <p:spPr>
          <a:xfrm>
            <a:off x="4269960" y="5153760"/>
            <a:ext cx="1172880" cy="135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03" name="PlaceHolder 21"/>
          <p:cNvSpPr>
            <a:spLocks noGrp="1"/>
          </p:cNvSpPr>
          <p:nvPr>
            <p:ph type="body"/>
          </p:nvPr>
        </p:nvSpPr>
        <p:spPr>
          <a:xfrm>
            <a:off x="5520240" y="536940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04" name="PlaceHolder 22"/>
          <p:cNvSpPr>
            <a:spLocks noGrp="1"/>
          </p:cNvSpPr>
          <p:nvPr>
            <p:ph type="body"/>
          </p:nvPr>
        </p:nvSpPr>
        <p:spPr>
          <a:xfrm>
            <a:off x="5520240" y="590148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05" name="PlaceHolder 23"/>
          <p:cNvSpPr>
            <a:spLocks noGrp="1"/>
          </p:cNvSpPr>
          <p:nvPr>
            <p:ph type="body"/>
          </p:nvPr>
        </p:nvSpPr>
        <p:spPr>
          <a:xfrm>
            <a:off x="8060040" y="5153760"/>
            <a:ext cx="1172880" cy="135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0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en el icono para agregar una imagen</a:t>
            </a:r>
            <a:endParaRPr b="0" lang="es-ES" sz="10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06" name="PlaceHolder 24"/>
          <p:cNvSpPr>
            <a:spLocks noGrp="1"/>
          </p:cNvSpPr>
          <p:nvPr>
            <p:ph type="body"/>
          </p:nvPr>
        </p:nvSpPr>
        <p:spPr>
          <a:xfrm>
            <a:off x="9313560" y="536940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el estilo de título del patrón 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07" name="PlaceHolder 25"/>
          <p:cNvSpPr>
            <a:spLocks noGrp="1"/>
          </p:cNvSpPr>
          <p:nvPr>
            <p:ph type="body"/>
          </p:nvPr>
        </p:nvSpPr>
        <p:spPr>
          <a:xfrm>
            <a:off x="9309960" y="5901480"/>
            <a:ext cx="20977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Haga clic para modificar los estilos de texto del patrón </a:t>
            </a:r>
            <a:endParaRPr b="0" lang="es-ES" sz="14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08" name="PlaceHolder 26"/>
          <p:cNvSpPr>
            <a:spLocks noGrp="1"/>
          </p:cNvSpPr>
          <p:nvPr>
            <p:ph type="ftr" idx="23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&lt;pie de página&gt;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27"/>
          <p:cNvSpPr>
            <a:spLocks noGrp="1"/>
          </p:cNvSpPr>
          <p:nvPr>
            <p:ph type="sldNum" idx="24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B1EC44B-1589-4D45-BA4C-7A57A1613FA1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png"/><Relationship Id="rId5" Type="http://schemas.openxmlformats.org/officeDocument/2006/relationships/image" Target="../media/image13.sv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sv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sv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svg"/><Relationship Id="rId15" Type="http://schemas.openxmlformats.org/officeDocument/2006/relationships/image" Target="../media/image23.png"/><Relationship Id="rId16" Type="http://schemas.openxmlformats.org/officeDocument/2006/relationships/image" Target="../media/image24.svg"/><Relationship Id="rId17" Type="http://schemas.openxmlformats.org/officeDocument/2006/relationships/image" Target="../media/image25.png"/><Relationship Id="rId18" Type="http://schemas.openxmlformats.org/officeDocument/2006/relationships/image" Target="../media/image26.svg"/><Relationship Id="rId19" Type="http://schemas.openxmlformats.org/officeDocument/2006/relationships/slideLayout" Target="../slideLayouts/slideLayout13.xml"/><Relationship Id="rId20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993240" y="2199600"/>
            <a:ext cx="440532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Sistema Unidad Territorial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993240" y="5662080"/>
            <a:ext cx="2360520" cy="75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Roberto Zapata Silva</a:t>
            </a:r>
            <a:endParaRPr b="0" lang="es-ES" sz="18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18" name="Marcador de posición de imagen 29"/>
          <p:cNvSpPr/>
          <p:nvPr/>
        </p:nvSpPr>
        <p:spPr>
          <a:xfrm>
            <a:off x="6409440" y="567720"/>
            <a:ext cx="4975560" cy="5721840"/>
          </a:xfrm>
          <a:custGeom>
            <a:avLst/>
            <a:gdLst>
              <a:gd name="textAreaLeft" fmla="*/ 0 w 4975560"/>
              <a:gd name="textAreaRight" fmla="*/ 4975920 w 4975560"/>
              <a:gd name="textAreaTop" fmla="*/ 0 h 5721840"/>
              <a:gd name="textAreaBottom" fmla="*/ 5722200 h 5721840"/>
              <a:gd name="GluePoint1X" fmla="*/ 0 w 4405503"/>
              <a:gd name="GluePoint1Y" fmla="*/ 1273587 h 5066346"/>
              <a:gd name="GluePoint2X" fmla="*/ 2156730 w 4405503"/>
              <a:gd name="GluePoint2Y" fmla="*/ 0 h 5066346"/>
              <a:gd name="GluePoint3X" fmla="*/ 4398121 w 4405503"/>
              <a:gd name="GluePoint3Y" fmla="*/ 1277620 h 5066346"/>
              <a:gd name="GluePoint4X" fmla="*/ 4405503 w 4405503"/>
              <a:gd name="GluePoint4Y" fmla="*/ 3801903 h 5066346"/>
              <a:gd name="GluePoint5X" fmla="*/ 2236581 w 4405503"/>
              <a:gd name="GluePoint5Y" fmla="*/ 5066346 h 5066346"/>
              <a:gd name="GluePoint6X" fmla="*/ 21098 w 4405503"/>
              <a:gd name="GluePoint6Y" fmla="*/ 3815142 h 5066346"/>
              <a:gd name="GluePoint7X" fmla="*/ 0 w 4405503"/>
              <a:gd name="GluePoint7Y" fmla="*/ 1273587 h 506634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Forma libre: Forma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20" y="839160"/>
            <a:ext cx="1637640" cy="1873440"/>
          </a:xfrm>
          <a:custGeom>
            <a:avLst/>
            <a:gdLst>
              <a:gd name="textAreaLeft" fmla="*/ 0 w 1637640"/>
              <a:gd name="textAreaRight" fmla="*/ 1638000 w 1637640"/>
              <a:gd name="textAreaTop" fmla="*/ 0 h 1873440"/>
              <a:gd name="textAreaBottom" fmla="*/ 1873800 h 1873440"/>
              <a:gd name="GluePoint1X" fmla="*/ 2187388 w 4398682"/>
              <a:gd name="GluePoint1Y" fmla="*/ 0 h 5032188"/>
              <a:gd name="GluePoint2X" fmla="*/ 4386729 w 4398682"/>
              <a:gd name="GluePoint2Y" fmla="*/ 1261035 h 5032188"/>
              <a:gd name="GluePoint3X" fmla="*/ 4398682 w 4398682"/>
              <a:gd name="GluePoint3Y" fmla="*/ 3789083 h 5032188"/>
              <a:gd name="GluePoint4X" fmla="*/ 2193365 w 4398682"/>
              <a:gd name="GluePoint4Y" fmla="*/ 5032188 h 5032188"/>
              <a:gd name="GluePoint5X" fmla="*/ 0 w 4398682"/>
              <a:gd name="GluePoint5Y" fmla="*/ 3783106 h 5032188"/>
              <a:gd name="GluePoint6X" fmla="*/ 0 w 4398682"/>
              <a:gd name="GluePoint6Y" fmla="*/ 1267012 h 5032188"/>
              <a:gd name="GluePoint7X" fmla="*/ 2187388 w 4398682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0f253e">
                <a:lumMod val="50000"/>
                <a:lumOff val="5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220" name="Forma libre: Forma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560" y="3695040"/>
            <a:ext cx="1637640" cy="1873440"/>
          </a:xfrm>
          <a:custGeom>
            <a:avLst/>
            <a:gdLst>
              <a:gd name="textAreaLeft" fmla="*/ 0 w 1637640"/>
              <a:gd name="textAreaRight" fmla="*/ 1638000 w 1637640"/>
              <a:gd name="textAreaTop" fmla="*/ 0 h 1873440"/>
              <a:gd name="textAreaBottom" fmla="*/ 1873800 h 1873440"/>
              <a:gd name="GluePoint1X" fmla="*/ 2187388 w 4398682"/>
              <a:gd name="GluePoint1Y" fmla="*/ 0 h 5032188"/>
              <a:gd name="GluePoint2X" fmla="*/ 4386729 w 4398682"/>
              <a:gd name="GluePoint2Y" fmla="*/ 1261035 h 5032188"/>
              <a:gd name="GluePoint3X" fmla="*/ 4398682 w 4398682"/>
              <a:gd name="GluePoint3Y" fmla="*/ 3789083 h 5032188"/>
              <a:gd name="GluePoint4X" fmla="*/ 2193365 w 4398682"/>
              <a:gd name="GluePoint4Y" fmla="*/ 5032188 h 5032188"/>
              <a:gd name="GluePoint5X" fmla="*/ 0 w 4398682"/>
              <a:gd name="GluePoint5Y" fmla="*/ 3783106 h 5032188"/>
              <a:gd name="GluePoint6X" fmla="*/ 0 w 4398682"/>
              <a:gd name="GluePoint6Y" fmla="*/ 1267012 h 5032188"/>
              <a:gd name="GluePoint7X" fmla="*/ 2187388 w 4398682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Posterama Text SemiBold"/>
            </a:endParaRPr>
          </a:p>
        </p:txBody>
      </p:sp>
      <p:pic>
        <p:nvPicPr>
          <p:cNvPr id="221" name="Imagen 2" descr=""/>
          <p:cNvPicPr/>
          <p:nvPr/>
        </p:nvPicPr>
        <p:blipFill>
          <a:blip r:embed="rId2"/>
          <a:stretch/>
        </p:blipFill>
        <p:spPr>
          <a:xfrm>
            <a:off x="993240" y="333720"/>
            <a:ext cx="4640400" cy="11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Rectángulo 3"/>
          <p:cNvSpPr/>
          <p:nvPr/>
        </p:nvSpPr>
        <p:spPr>
          <a:xfrm>
            <a:off x="1287000" y="4112640"/>
            <a:ext cx="668520" cy="874080"/>
          </a:xfrm>
          <a:prstGeom prst="rect">
            <a:avLst/>
          </a:prstGeom>
          <a:solidFill>
            <a:srgbClr val="f8f6f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CL" sz="1800" strike="noStrike" u="none">
              <a:solidFill>
                <a:schemeClr val="lt1"/>
              </a:solidFill>
              <a:effectLst/>
              <a:uFillTx/>
              <a:latin typeface="Abad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509400" y="2097000"/>
            <a:ext cx="51166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Arial Black"/>
              </a:rPr>
              <a:t>Introducción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509400" y="3435480"/>
            <a:ext cx="4259880" cy="184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5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Sistema de Unidad Territorial (SUT). Una propuesta tecnológica diseñada no solo para digitalizar, sino para profesionalizar y democratizar la gestión digital de las Juntas de Vecinos en Chile</a:t>
            </a:r>
            <a:endParaRPr b="0" lang="es-ES" sz="15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ES" sz="1500" strike="noStrike" u="none">
              <a:solidFill>
                <a:schemeClr val="accent6"/>
              </a:solidFill>
              <a:effectLst/>
              <a:uFillTx/>
              <a:latin typeface="Abadi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ftr" idx="28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Sistema Unidad Territorial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Marcador de posición de imagen 11"/>
          <p:cNvSpPr/>
          <p:nvPr/>
        </p:nvSpPr>
        <p:spPr>
          <a:xfrm>
            <a:off x="5451120" y="618480"/>
            <a:ext cx="6446520" cy="5964120"/>
          </a:xfrm>
          <a:custGeom>
            <a:avLst/>
            <a:gdLst>
              <a:gd name="textAreaLeft" fmla="*/ 0 w 6446520"/>
              <a:gd name="textAreaRight" fmla="*/ 6446880 w 6446520"/>
              <a:gd name="textAreaTop" fmla="*/ 0 h 5964120"/>
              <a:gd name="textAreaBottom" fmla="*/ 5964480 h 5964120"/>
              <a:gd name="GluePoint1X" fmla="*/ 2513726 w 6446999"/>
              <a:gd name="GluePoint1Y" fmla="*/ 0 h 6858000"/>
              <a:gd name="GluePoint2X" fmla="*/ 4301949 w 6446999"/>
              <a:gd name="GluePoint2Y" fmla="*/ 0 h 6858000"/>
              <a:gd name="GluePoint3X" fmla="*/ 6446999 w 6446999"/>
              <a:gd name="GluePoint3Y" fmla="*/ 1338386 h 6858000"/>
              <a:gd name="GluePoint4X" fmla="*/ 6446999 w 6446999"/>
              <a:gd name="GluePoint4Y" fmla="*/ 5624376 h 6858000"/>
              <a:gd name="GluePoint5X" fmla="*/ 4342124 w 6446999"/>
              <a:gd name="GluePoint5Y" fmla="*/ 6858000 h 6858000"/>
              <a:gd name="GluePoint6X" fmla="*/ 2553921 w 6446999"/>
              <a:gd name="GluePoint6Y" fmla="*/ 6858000 h 6858000"/>
              <a:gd name="GluePoint7X" fmla="*/ 661 w 6446999"/>
              <a:gd name="GluePoint7Y" fmla="*/ 5339864 h 6858000"/>
              <a:gd name="GluePoint8X" fmla="*/ 299 w 6446999"/>
              <a:gd name="GluePoint8Y" fmla="*/ 1396044 h 6858000"/>
              <a:gd name="GluePoint9X" fmla="*/ 2513726 w 6446999"/>
              <a:gd name="GluePoint9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Forma libre: Forma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960" y="311760"/>
            <a:ext cx="1896480" cy="2171160"/>
          </a:xfrm>
          <a:custGeom>
            <a:avLst/>
            <a:gdLst>
              <a:gd name="textAreaLeft" fmla="*/ 0 w 1896480"/>
              <a:gd name="textAreaRight" fmla="*/ 1896840 w 1896480"/>
              <a:gd name="textAreaTop" fmla="*/ 0 h 2171160"/>
              <a:gd name="textAreaBottom" fmla="*/ 2171520 h 2171160"/>
              <a:gd name="GluePoint1X" fmla="*/ 2187388 w 4398682"/>
              <a:gd name="GluePoint1Y" fmla="*/ 0 h 5032188"/>
              <a:gd name="GluePoint2X" fmla="*/ 4386729 w 4398682"/>
              <a:gd name="GluePoint2Y" fmla="*/ 1261035 h 5032188"/>
              <a:gd name="GluePoint3X" fmla="*/ 4398682 w 4398682"/>
              <a:gd name="GluePoint3Y" fmla="*/ 3789083 h 5032188"/>
              <a:gd name="GluePoint4X" fmla="*/ 2193365 w 4398682"/>
              <a:gd name="GluePoint4Y" fmla="*/ 5032188 h 5032188"/>
              <a:gd name="GluePoint5X" fmla="*/ 0 w 4398682"/>
              <a:gd name="GluePoint5Y" fmla="*/ 3783106 h 5032188"/>
              <a:gd name="GluePoint6X" fmla="*/ 0 w 4398682"/>
              <a:gd name="GluePoint6Y" fmla="*/ 1267012 h 5032188"/>
              <a:gd name="GluePoint7X" fmla="*/ 2187388 w 4398682"/>
              <a:gd name="GluePoint7Y" fmla="*/ 0 h 50321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rgbClr val="c95b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rgbClr val="f7d952"/>
              </a:solidFill>
              <a:effectLst/>
              <a:uFillTx/>
              <a:latin typeface="Posterama Text SemiBold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sldNum" idx="29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D1FFFFFB-5E54-479C-A074-419B0666C59D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87880" y="507240"/>
            <a:ext cx="10515240" cy="11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Contexto y Problemática 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pic>
        <p:nvPicPr>
          <p:cNvPr id="230" name="Imagen 9" descr=""/>
          <p:cNvPicPr/>
          <p:nvPr/>
        </p:nvPicPr>
        <p:blipFill>
          <a:blip r:embed="rId1"/>
          <a:stretch/>
        </p:blipFill>
        <p:spPr>
          <a:xfrm>
            <a:off x="7352280" y="1685160"/>
            <a:ext cx="1645200" cy="323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Imagen 13" descr=""/>
          <p:cNvPicPr/>
          <p:nvPr/>
        </p:nvPicPr>
        <p:blipFill>
          <a:blip r:embed="rId2"/>
          <a:stretch/>
        </p:blipFill>
        <p:spPr>
          <a:xfrm>
            <a:off x="1446840" y="1784520"/>
            <a:ext cx="4648680" cy="309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ítulo 45"/>
          <p:cNvSpPr/>
          <p:nvPr/>
        </p:nvSpPr>
        <p:spPr>
          <a:xfrm>
            <a:off x="-281520" y="5523480"/>
            <a:ext cx="12754800" cy="10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0" lang="es-CL" sz="30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Descentralización, inseguridad e informalidad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3" name="Imagen 21" descr=""/>
          <p:cNvPicPr/>
          <p:nvPr/>
        </p:nvPicPr>
        <p:blipFill>
          <a:blip r:embed="rId3"/>
          <a:stretch/>
        </p:blipFill>
        <p:spPr>
          <a:xfrm>
            <a:off x="8997840" y="1685160"/>
            <a:ext cx="1650240" cy="323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87880" y="507240"/>
            <a:ext cx="10515240" cy="11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Propuesta de Solución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ftr" idx="30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Sistema Unidad Territorial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31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D96C6A03-7630-4C6D-BE06-C3064C4430C3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7" name="Imagen 6" descr=""/>
          <p:cNvPicPr/>
          <p:nvPr/>
        </p:nvPicPr>
        <p:blipFill>
          <a:blip r:embed="rId1"/>
          <a:stretch/>
        </p:blipFill>
        <p:spPr>
          <a:xfrm>
            <a:off x="2339280" y="1622520"/>
            <a:ext cx="7513200" cy="410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581760" y="721440"/>
            <a:ext cx="10889280" cy="14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Objetivos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ftr" idx="32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Sistema Unidad Territorial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33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65D5795-230D-4830-AD53-769F906BFAC7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Título 2"/>
          <p:cNvSpPr/>
          <p:nvPr/>
        </p:nvSpPr>
        <p:spPr>
          <a:xfrm>
            <a:off x="651240" y="3806280"/>
            <a:ext cx="10889280" cy="14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90000"/>
              </a:lnSpc>
            </a:pPr>
            <a:r>
              <a:rPr b="1" lang="es-CL" sz="32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Objetivos Específicos:</a:t>
            </a:r>
            <a:endParaRPr b="0" lang="es-CL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buClr>
                <a:srgbClr val="0f253e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Diseñar Arquitectura</a:t>
            </a:r>
            <a:endParaRPr b="0" lang="es-C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buClr>
                <a:srgbClr val="0f253e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Construir App Móvil y Web</a:t>
            </a:r>
            <a:endParaRPr b="0" lang="es-C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buClr>
                <a:srgbClr val="0f253e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Gestión Documental</a:t>
            </a:r>
            <a:endParaRPr b="0" lang="es-C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buClr>
                <a:srgbClr val="0f253e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Validación Integral</a:t>
            </a:r>
            <a:endParaRPr b="0" lang="es-C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ítulo 2"/>
          <p:cNvSpPr/>
          <p:nvPr/>
        </p:nvSpPr>
        <p:spPr>
          <a:xfrm>
            <a:off x="651240" y="1909080"/>
            <a:ext cx="10889280" cy="14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90000"/>
              </a:lnSpc>
            </a:pPr>
            <a:r>
              <a:rPr b="1" lang="es-CL" sz="32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Objetivo General:</a:t>
            </a:r>
            <a:endParaRPr b="0" lang="es-CL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90000"/>
              </a:lnSpc>
              <a:buClr>
                <a:srgbClr val="0f253e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Desarrollar el "Sistema de Unidad Territorial", una plataforma móvil que modernice la gestión administrativa y trámites de la Junta de Vecinos, mejorando la eficiencia y participación.</a:t>
            </a:r>
            <a:endParaRPr b="0" lang="es-CL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81760" y="721440"/>
            <a:ext cx="10889280" cy="14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Metodología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ftr" idx="34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Sistema Unidad Territorial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35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7CFE1B8-C24C-4DE3-BEE4-2DDCC60FCC2A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46" name="Tabla 3"/>
          <p:cNvGraphicFramePr/>
          <p:nvPr/>
        </p:nvGraphicFramePr>
        <p:xfrm>
          <a:off x="2031840" y="1871280"/>
          <a:ext cx="8127720" cy="2776680"/>
        </p:xfrm>
        <a:graphic>
          <a:graphicData uri="http://schemas.openxmlformats.org/drawingml/2006/table">
            <a:tbl>
              <a:tblPr/>
              <a:tblGrid>
                <a:gridCol w="2031840"/>
                <a:gridCol w="2031840"/>
                <a:gridCol w="2031840"/>
                <a:gridCol w="2031840"/>
              </a:tblGrid>
              <a:tr h="745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s-MX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Fase 1</a:t>
                      </a:r>
                      <a:endParaRPr b="0" lang="es-C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abe7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s-MX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Fase 2</a:t>
                      </a:r>
                      <a:endParaRPr b="0" lang="es-C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abe7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s-MX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Fase 3</a:t>
                      </a:r>
                      <a:endParaRPr b="0" lang="es-C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abe7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s-MX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Segoe UI"/>
                        </a:rPr>
                        <a:t>Fase 4</a:t>
                      </a:r>
                      <a:endParaRPr b="0" lang="es-C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abe79"/>
                    </a:solidFill>
                  </a:tcPr>
                </a:tc>
              </a:tr>
              <a:tr h="745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egoe UI"/>
                        </a:rPr>
                        <a:t>Semanas 1 - 4</a:t>
                      </a:r>
                      <a:endParaRPr b="0" lang="es-C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3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egoe UI"/>
                        </a:rPr>
                        <a:t>Semanas 4 - 8</a:t>
                      </a:r>
                      <a:endParaRPr b="0" lang="es-C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3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egoe UI"/>
                        </a:rPr>
                        <a:t>Semanas 9 - 12</a:t>
                      </a:r>
                      <a:endParaRPr b="0" lang="es-C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3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egoe UI"/>
                        </a:rPr>
                        <a:t>Semanas 13 - 15</a:t>
                      </a:r>
                      <a:endParaRPr b="0" lang="es-C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3cc"/>
                    </a:solidFill>
                  </a:tcPr>
                </a:tc>
              </a:tr>
              <a:tr h="12862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egoe UI"/>
                        </a:rPr>
                        <a:t>Infraestructura y Datos</a:t>
                      </a:r>
                      <a:endParaRPr b="0" lang="es-C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3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egoe UI"/>
                        </a:rPr>
                        <a:t>Backend y App</a:t>
                      </a:r>
                      <a:endParaRPr b="0" lang="es-C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3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egoe UI"/>
                        </a:rPr>
                        <a:t>Consolidación de Lógica de negocio</a:t>
                      </a:r>
                      <a:endParaRPr b="0" lang="es-C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3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Segoe UI"/>
                        </a:rPr>
                        <a:t>Calidad, Pruebas y Estabilización</a:t>
                      </a:r>
                      <a:endParaRPr b="0" lang="es-CL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3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81760" y="721440"/>
            <a:ext cx="10889280" cy="14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Arquitectura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ftr" idx="36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Sistema Unidad Territorial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37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27C07F2-A0DB-4E8A-998A-8FE2C35D856A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0" name="Imagen 5" descr=""/>
          <p:cNvPicPr/>
          <p:nvPr/>
        </p:nvPicPr>
        <p:blipFill>
          <a:blip r:embed="rId1"/>
          <a:stretch/>
        </p:blipFill>
        <p:spPr>
          <a:xfrm>
            <a:off x="3309840" y="1838160"/>
            <a:ext cx="5571720" cy="348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81760" y="721440"/>
            <a:ext cx="10889280" cy="14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Stack Tecnológico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ftr" idx="38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Sistema Unidad Territorial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39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AB18E3C-9933-4ABF-A1BE-D10222926E65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4" name="Imagen 3" descr=""/>
          <p:cNvPicPr/>
          <p:nvPr/>
        </p:nvPicPr>
        <p:blipFill>
          <a:blip r:embed="rId1"/>
          <a:stretch/>
        </p:blipFill>
        <p:spPr>
          <a:xfrm>
            <a:off x="1509840" y="1788120"/>
            <a:ext cx="1918800" cy="100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Gráfico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920040" y="1584360"/>
            <a:ext cx="1418760" cy="141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6" name="Gráfico 1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829840" y="1929240"/>
            <a:ext cx="2128680" cy="58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Imagen 13" descr=""/>
          <p:cNvPicPr/>
          <p:nvPr/>
        </p:nvPicPr>
        <p:blipFill>
          <a:blip r:embed="rId6"/>
          <a:stretch/>
        </p:blipFill>
        <p:spPr>
          <a:xfrm>
            <a:off x="1509840" y="3825720"/>
            <a:ext cx="1918800" cy="30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Gráfico 17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3920040" y="3821760"/>
            <a:ext cx="1371600" cy="37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Imagen 21" descr=""/>
          <p:cNvPicPr/>
          <p:nvPr/>
        </p:nvPicPr>
        <p:blipFill>
          <a:blip r:embed="rId9"/>
          <a:stretch/>
        </p:blipFill>
        <p:spPr>
          <a:xfrm>
            <a:off x="5783040" y="3819960"/>
            <a:ext cx="2139480" cy="46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Gráfico 25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539200" y="2009880"/>
            <a:ext cx="2237760" cy="50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1" name="Imagen 27" descr=""/>
          <p:cNvPicPr/>
          <p:nvPr/>
        </p:nvPicPr>
        <p:blipFill>
          <a:blip r:embed="rId12"/>
          <a:stretch/>
        </p:blipFill>
        <p:spPr>
          <a:xfrm>
            <a:off x="8403480" y="3591720"/>
            <a:ext cx="2621160" cy="83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Gráfico 29" descr="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3101040" y="5040000"/>
            <a:ext cx="1218960" cy="12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" descr="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4860000" y="4500000"/>
            <a:ext cx="2260800" cy="226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" descr=""/>
          <p:cNvPicPr/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7380000" y="5342760"/>
            <a:ext cx="1980000" cy="59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581760" y="721440"/>
            <a:ext cx="10889280" cy="14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Resultados Obtenidos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ftr" idx="40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Sistema Unidad Territorial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41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87DA57E-1563-422E-B6DE-7DE83FCEB46E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880000" y="2880000"/>
            <a:ext cx="7200000" cy="21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Desarrollo exitoso de plataforma</a:t>
            </a:r>
            <a:endParaRPr b="0" lang="es-C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Multiples instancias de operación, de facil uso</a:t>
            </a:r>
            <a:endParaRPr b="0" lang="es-C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Plataforma segura y escalable</a:t>
            </a:r>
            <a:endParaRPr b="0" lang="es-C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81760" y="721440"/>
            <a:ext cx="10889280" cy="14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Obstaculos presentados durante el proyecto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ftr" idx="42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Sistema Unidad Territorial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43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2AEBFF3-4827-4552-A868-B58C410CDB76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2880000" y="2880000"/>
            <a:ext cx="7200000" cy="21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Sobrecarga de Roles</a:t>
            </a:r>
            <a:endParaRPr b="0" lang="es-C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Debilidad en QA y Planificacion</a:t>
            </a:r>
            <a:endParaRPr b="0" lang="es-C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Complejidad de infraestructura</a:t>
            </a:r>
            <a:endParaRPr b="0" lang="es-C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581760" y="721440"/>
            <a:ext cx="10889280" cy="14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ES" sz="4400" strike="noStrike" u="none">
                <a:solidFill>
                  <a:schemeClr val="accent6"/>
                </a:solidFill>
                <a:effectLst/>
                <a:uFillTx/>
                <a:latin typeface="Segoe UI"/>
              </a:rPr>
              <a:t>Conclusión y Cierre</a:t>
            </a:r>
            <a:endParaRPr b="0" lang="es-ES" sz="4400" strike="noStrike" u="none">
              <a:solidFill>
                <a:schemeClr val="dk1"/>
              </a:solidFill>
              <a:effectLst/>
              <a:uFillTx/>
              <a:latin typeface="Abadi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ftr" idx="44"/>
          </p:nvPr>
        </p:nvSpPr>
        <p:spPr>
          <a:xfrm>
            <a:off x="484560" y="62179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Sistema Unidad Territorial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45"/>
          </p:nvPr>
        </p:nvSpPr>
        <p:spPr>
          <a:xfrm>
            <a:off x="11194200" y="6217920"/>
            <a:ext cx="45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29F2859-BC30-47E3-AF37-4A885B079374}" type="slidenum">
              <a:rPr b="0" lang="es-ES" sz="1200" strike="noStrike" u="none">
                <a:solidFill>
                  <a:schemeClr val="accent6"/>
                </a:solidFill>
                <a:effectLst/>
                <a:uFillTx/>
                <a:latin typeface="Abadi"/>
              </a:rPr>
              <a:t>&lt;número&gt;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6" name="Imagen 1" descr=""/>
          <p:cNvPicPr/>
          <p:nvPr/>
        </p:nvPicPr>
        <p:blipFill>
          <a:blip r:embed="rId1"/>
          <a:stretch/>
        </p:blipFill>
        <p:spPr>
          <a:xfrm>
            <a:off x="2796120" y="1627560"/>
            <a:ext cx="6599520" cy="3602520"/>
          </a:xfrm>
          <a:prstGeom prst="rect">
            <a:avLst/>
          </a:prstGeom>
          <a:noFill/>
          <a:ln w="0">
            <a:noFill/>
          </a:ln>
          <a:effectLst>
            <a:softEdge rad="112680"/>
          </a:effectLst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ersonalizar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 pitchFamily="0" charset="1"/>
        <a:ea typeface=""/>
        <a:cs typeface=""/>
      </a:majorFont>
      <a:minorFont>
        <a:latin typeface="Abad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hexágono clara</Template>
  <TotalTime>206</TotalTime>
  <Application>LibreOffice/25.2.3.2$Linux_X86_64 LibreOffice_project/520$Build-2</Application>
  <AppVersion>15.0000</AppVersion>
  <Words>180</Words>
  <Paragraphs>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2026-01-19T16:38:47Z</dcterms:created>
  <dc:creator>Roberto Zapata</dc:creator>
  <dc:description/>
  <dc:language>es-CL</dc:language>
  <cp:lastModifiedBy/>
  <dcterms:modified xsi:type="dcterms:W3CDTF">2026-02-05T11:54:36Z</dcterms:modified>
  <cp:revision>11</cp:revision>
  <dc:subject/>
  <dc:title>Sistema Unidad Territorial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9</vt:i4>
  </property>
  <property fmtid="{D5CDD505-2E9C-101B-9397-08002B2CF9AE}" pid="4" name="PresentationFormat">
    <vt:lpwstr>Panorámica</vt:lpwstr>
  </property>
  <property fmtid="{D5CDD505-2E9C-101B-9397-08002B2CF9AE}" pid="5" name="Slides">
    <vt:i4>9</vt:i4>
  </property>
</Properties>
</file>